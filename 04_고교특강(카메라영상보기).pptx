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4338" r:id="rId2"/>
    <p:sldMasterId id="2147484364" r:id="rId3"/>
  </p:sldMasterIdLst>
  <p:notesMasterIdLst>
    <p:notesMasterId r:id="rId10"/>
  </p:notesMasterIdLst>
  <p:sldIdLst>
    <p:sldId id="256" r:id="rId4"/>
    <p:sldId id="277" r:id="rId5"/>
    <p:sldId id="372" r:id="rId6"/>
    <p:sldId id="383" r:id="rId7"/>
    <p:sldId id="384" r:id="rId8"/>
    <p:sldId id="385" r:id="rId9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FFCC"/>
    <a:srgbClr val="000066"/>
    <a:srgbClr val="3399FF"/>
    <a:srgbClr val="0099FF"/>
    <a:srgbClr val="0066FF"/>
    <a:srgbClr val="3366FF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6AFCD7-5E02-4770-9F06-EC021AF9E340}" v="395" dt="2024-07-12T12:26:29.0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117" autoAdjust="0"/>
    <p:restoredTop sz="81481" autoAdjust="0"/>
  </p:normalViewPr>
  <p:slideViewPr>
    <p:cSldViewPr>
      <p:cViewPr varScale="1">
        <p:scale>
          <a:sx n="108" d="100"/>
          <a:sy n="108" d="100"/>
        </p:scale>
        <p:origin x="222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경택" userId="1eb63b80-370a-4093-8446-3456bd89016c" providerId="ADAL" clId="{BF42106D-8CCE-4A96-9C76-DA93DE8E7CE9}"/>
    <pc:docChg chg="modSld">
      <pc:chgData name="최경택" userId="1eb63b80-370a-4093-8446-3456bd89016c" providerId="ADAL" clId="{BF42106D-8CCE-4A96-9C76-DA93DE8E7CE9}" dt="2024-06-18T06:29:22.464" v="42" actId="6549"/>
      <pc:docMkLst>
        <pc:docMk/>
      </pc:docMkLst>
      <pc:sldChg chg="modSp mod">
        <pc:chgData name="최경택" userId="1eb63b80-370a-4093-8446-3456bd89016c" providerId="ADAL" clId="{BF42106D-8CCE-4A96-9C76-DA93DE8E7CE9}" dt="2024-06-18T06:28:03.708" v="25" actId="6549"/>
        <pc:sldMkLst>
          <pc:docMk/>
          <pc:sldMk cId="0" sldId="256"/>
        </pc:sldMkLst>
        <pc:spChg chg="mod">
          <ac:chgData name="최경택" userId="1eb63b80-370a-4093-8446-3456bd89016c" providerId="ADAL" clId="{BF42106D-8CCE-4A96-9C76-DA93DE8E7CE9}" dt="2024-06-18T06:28:03.708" v="25" actId="6549"/>
          <ac:spMkLst>
            <pc:docMk/>
            <pc:sldMk cId="0" sldId="256"/>
            <ac:spMk id="4099" creationId="{00000000-0000-0000-0000-000000000000}"/>
          </ac:spMkLst>
        </pc:spChg>
      </pc:sldChg>
      <pc:sldChg chg="modSp mod">
        <pc:chgData name="최경택" userId="1eb63b80-370a-4093-8446-3456bd89016c" providerId="ADAL" clId="{BF42106D-8CCE-4A96-9C76-DA93DE8E7CE9}" dt="2024-06-18T06:29:22.464" v="42" actId="6549"/>
        <pc:sldMkLst>
          <pc:docMk/>
          <pc:sldMk cId="0" sldId="265"/>
        </pc:sldMkLst>
        <pc:spChg chg="mod">
          <ac:chgData name="최경택" userId="1eb63b80-370a-4093-8446-3456bd89016c" providerId="ADAL" clId="{BF42106D-8CCE-4A96-9C76-DA93DE8E7CE9}" dt="2024-06-18T06:29:22.464" v="42" actId="6549"/>
          <ac:spMkLst>
            <pc:docMk/>
            <pc:sldMk cId="0" sldId="265"/>
            <ac:spMk id="6" creationId="{00000000-0000-0000-0000-000000000000}"/>
          </ac:spMkLst>
        </pc:spChg>
      </pc:sldChg>
      <pc:sldChg chg="modSp mod">
        <pc:chgData name="최경택" userId="1eb63b80-370a-4093-8446-3456bd89016c" providerId="ADAL" clId="{BF42106D-8CCE-4A96-9C76-DA93DE8E7CE9}" dt="2024-06-18T06:29:13.548" v="41" actId="6549"/>
        <pc:sldMkLst>
          <pc:docMk/>
          <pc:sldMk cId="0" sldId="280"/>
        </pc:sldMkLst>
        <pc:spChg chg="mod">
          <ac:chgData name="최경택" userId="1eb63b80-370a-4093-8446-3456bd89016c" providerId="ADAL" clId="{BF42106D-8CCE-4A96-9C76-DA93DE8E7CE9}" dt="2024-06-18T06:29:13.548" v="41" actId="6549"/>
          <ac:spMkLst>
            <pc:docMk/>
            <pc:sldMk cId="0" sldId="280"/>
            <ac:spMk id="2" creationId="{00000000-0000-0000-0000-000000000000}"/>
          </ac:spMkLst>
        </pc:spChg>
      </pc:sldChg>
    </pc:docChg>
  </pc:docChgLst>
  <pc:docChgLst>
    <pc:chgData name="경택 최" userId="1eb63b80-370a-4093-8446-3456bd89016c" providerId="ADAL" clId="{B6FF90E9-EDD4-425B-8FFE-F5CA57921DB9}"/>
    <pc:docChg chg="delSld modSld">
      <pc:chgData name="경택 최" userId="1eb63b80-370a-4093-8446-3456bd89016c" providerId="ADAL" clId="{B6FF90E9-EDD4-425B-8FFE-F5CA57921DB9}" dt="2023-07-25T00:50:42.682" v="9" actId="47"/>
      <pc:docMkLst>
        <pc:docMk/>
      </pc:docMkLst>
      <pc:sldChg chg="del">
        <pc:chgData name="경택 최" userId="1eb63b80-370a-4093-8446-3456bd89016c" providerId="ADAL" clId="{B6FF90E9-EDD4-425B-8FFE-F5CA57921DB9}" dt="2023-07-25T00:47:17.304" v="0" actId="47"/>
        <pc:sldMkLst>
          <pc:docMk/>
          <pc:sldMk cId="4140131169" sldId="316"/>
        </pc:sldMkLst>
      </pc:sldChg>
      <pc:sldChg chg="del">
        <pc:chgData name="경택 최" userId="1eb63b80-370a-4093-8446-3456bd89016c" providerId="ADAL" clId="{B6FF90E9-EDD4-425B-8FFE-F5CA57921DB9}" dt="2023-07-25T00:47:18.245" v="1" actId="47"/>
        <pc:sldMkLst>
          <pc:docMk/>
          <pc:sldMk cId="3654804710" sldId="317"/>
        </pc:sldMkLst>
      </pc:sldChg>
      <pc:sldChg chg="del">
        <pc:chgData name="경택 최" userId="1eb63b80-370a-4093-8446-3456bd89016c" providerId="ADAL" clId="{B6FF90E9-EDD4-425B-8FFE-F5CA57921DB9}" dt="2023-07-25T00:47:19.581" v="2" actId="47"/>
        <pc:sldMkLst>
          <pc:docMk/>
          <pc:sldMk cId="3319216016" sldId="318"/>
        </pc:sldMkLst>
      </pc:sldChg>
      <pc:sldChg chg="del">
        <pc:chgData name="경택 최" userId="1eb63b80-370a-4093-8446-3456bd89016c" providerId="ADAL" clId="{B6FF90E9-EDD4-425B-8FFE-F5CA57921DB9}" dt="2023-07-25T00:47:20.322" v="3" actId="47"/>
        <pc:sldMkLst>
          <pc:docMk/>
          <pc:sldMk cId="89385682" sldId="319"/>
        </pc:sldMkLst>
      </pc:sldChg>
      <pc:sldChg chg="del">
        <pc:chgData name="경택 최" userId="1eb63b80-370a-4093-8446-3456bd89016c" providerId="ADAL" clId="{B6FF90E9-EDD4-425B-8FFE-F5CA57921DB9}" dt="2023-07-25T00:47:21.417" v="4" actId="47"/>
        <pc:sldMkLst>
          <pc:docMk/>
          <pc:sldMk cId="4062480076" sldId="321"/>
        </pc:sldMkLst>
      </pc:sldChg>
      <pc:sldChg chg="modSp mod">
        <pc:chgData name="경택 최" userId="1eb63b80-370a-4093-8446-3456bd89016c" providerId="ADAL" clId="{B6FF90E9-EDD4-425B-8FFE-F5CA57921DB9}" dt="2023-07-25T00:48:25.724" v="5" actId="6549"/>
        <pc:sldMkLst>
          <pc:docMk/>
          <pc:sldMk cId="414033577" sldId="323"/>
        </pc:sldMkLst>
        <pc:spChg chg="mod">
          <ac:chgData name="경택 최" userId="1eb63b80-370a-4093-8446-3456bd89016c" providerId="ADAL" clId="{B6FF90E9-EDD4-425B-8FFE-F5CA57921DB9}" dt="2023-07-25T00:48:25.724" v="5" actId="6549"/>
          <ac:spMkLst>
            <pc:docMk/>
            <pc:sldMk cId="414033577" sldId="323"/>
            <ac:spMk id="6146" creationId="{00000000-0000-0000-0000-000000000000}"/>
          </ac:spMkLst>
        </pc:spChg>
      </pc:sldChg>
      <pc:sldChg chg="modSp del mod">
        <pc:chgData name="경택 최" userId="1eb63b80-370a-4093-8446-3456bd89016c" providerId="ADAL" clId="{B6FF90E9-EDD4-425B-8FFE-F5CA57921DB9}" dt="2023-07-25T00:50:42.682" v="9" actId="47"/>
        <pc:sldMkLst>
          <pc:docMk/>
          <pc:sldMk cId="1333092932" sldId="327"/>
        </pc:sldMkLst>
        <pc:spChg chg="mod">
          <ac:chgData name="경택 최" userId="1eb63b80-370a-4093-8446-3456bd89016c" providerId="ADAL" clId="{B6FF90E9-EDD4-425B-8FFE-F5CA57921DB9}" dt="2023-07-25T00:48:40.165" v="8" actId="20577"/>
          <ac:spMkLst>
            <pc:docMk/>
            <pc:sldMk cId="1333092932" sldId="327"/>
            <ac:spMk id="6146" creationId="{00000000-0000-0000-0000-000000000000}"/>
          </ac:spMkLst>
        </pc:spChg>
      </pc:sldChg>
    </pc:docChg>
  </pc:docChgLst>
  <pc:docChgLst>
    <pc:chgData name="최경택" userId="1eb63b80-370a-4093-8446-3456bd89016c" providerId="ADAL" clId="{446AFCD7-5E02-4770-9F06-EC021AF9E340}"/>
    <pc:docChg chg="undo custSel addSld delSld modSld">
      <pc:chgData name="최경택" userId="1eb63b80-370a-4093-8446-3456bd89016c" providerId="ADAL" clId="{446AFCD7-5E02-4770-9F06-EC021AF9E340}" dt="2024-07-12T12:26:29.004" v="4659"/>
      <pc:docMkLst>
        <pc:docMk/>
      </pc:docMkLst>
      <pc:sldChg chg="addSp delSp modSp mod">
        <pc:chgData name="최경택" userId="1eb63b80-370a-4093-8446-3456bd89016c" providerId="ADAL" clId="{446AFCD7-5E02-4770-9F06-EC021AF9E340}" dt="2024-07-12T12:02:40.051" v="912" actId="1076"/>
        <pc:sldMkLst>
          <pc:docMk/>
          <pc:sldMk cId="0" sldId="265"/>
        </pc:sldMkLst>
        <pc:spChg chg="del">
          <ac:chgData name="최경택" userId="1eb63b80-370a-4093-8446-3456bd89016c" providerId="ADAL" clId="{446AFCD7-5E02-4770-9F06-EC021AF9E340}" dt="2024-07-12T12:01:20.238" v="909" actId="478"/>
          <ac:spMkLst>
            <pc:docMk/>
            <pc:sldMk cId="0" sldId="265"/>
            <ac:spMk id="6" creationId="{00000000-0000-0000-0000-000000000000}"/>
          </ac:spMkLst>
        </pc:spChg>
        <pc:picChg chg="add mod">
          <ac:chgData name="최경택" userId="1eb63b80-370a-4093-8446-3456bd89016c" providerId="ADAL" clId="{446AFCD7-5E02-4770-9F06-EC021AF9E340}" dt="2024-07-12T12:02:40.051" v="912" actId="1076"/>
          <ac:picMkLst>
            <pc:docMk/>
            <pc:sldMk cId="0" sldId="265"/>
            <ac:picMk id="3" creationId="{E15EEF94-A43F-D833-6913-967401153532}"/>
          </ac:picMkLst>
        </pc:picChg>
      </pc:sldChg>
      <pc:sldChg chg="modSp mod">
        <pc:chgData name="최경택" userId="1eb63b80-370a-4093-8446-3456bd89016c" providerId="ADAL" clId="{446AFCD7-5E02-4770-9F06-EC021AF9E340}" dt="2024-07-12T12:01:13.684" v="908" actId="1076"/>
        <pc:sldMkLst>
          <pc:docMk/>
          <pc:sldMk cId="0" sldId="280"/>
        </pc:sldMkLst>
        <pc:spChg chg="mod">
          <ac:chgData name="최경택" userId="1eb63b80-370a-4093-8446-3456bd89016c" providerId="ADAL" clId="{446AFCD7-5E02-4770-9F06-EC021AF9E340}" dt="2024-07-12T12:01:13.684" v="908" actId="1076"/>
          <ac:spMkLst>
            <pc:docMk/>
            <pc:sldMk cId="0" sldId="280"/>
            <ac:spMk id="2" creationId="{00000000-0000-0000-0000-000000000000}"/>
          </ac:spMkLst>
        </pc:spChg>
      </pc:sldChg>
      <pc:sldChg chg="modSp mod">
        <pc:chgData name="최경택" userId="1eb63b80-370a-4093-8446-3456bd89016c" providerId="ADAL" clId="{446AFCD7-5E02-4770-9F06-EC021AF9E340}" dt="2024-07-12T11:53:09.773" v="31"/>
        <pc:sldMkLst>
          <pc:docMk/>
          <pc:sldMk cId="4187853847" sldId="283"/>
        </pc:sldMkLst>
        <pc:spChg chg="mod">
          <ac:chgData name="최경택" userId="1eb63b80-370a-4093-8446-3456bd89016c" providerId="ADAL" clId="{446AFCD7-5E02-4770-9F06-EC021AF9E340}" dt="2024-07-12T11:53:09.773" v="31"/>
          <ac:spMkLst>
            <pc:docMk/>
            <pc:sldMk cId="4187853847" sldId="283"/>
            <ac:spMk id="3" creationId="{00000000-0000-0000-0000-000000000000}"/>
          </ac:spMkLst>
        </pc:spChg>
      </pc:sldChg>
      <pc:sldChg chg="addSp modSp mod modAnim">
        <pc:chgData name="최경택" userId="1eb63b80-370a-4093-8446-3456bd89016c" providerId="ADAL" clId="{446AFCD7-5E02-4770-9F06-EC021AF9E340}" dt="2024-07-12T12:04:50.715" v="1012"/>
        <pc:sldMkLst>
          <pc:docMk/>
          <pc:sldMk cId="3652777137" sldId="320"/>
        </pc:sldMkLst>
        <pc:spChg chg="mod">
          <ac:chgData name="최경택" userId="1eb63b80-370a-4093-8446-3456bd89016c" providerId="ADAL" clId="{446AFCD7-5E02-4770-9F06-EC021AF9E340}" dt="2024-07-12T12:03:43.684" v="1000"/>
          <ac:spMkLst>
            <pc:docMk/>
            <pc:sldMk cId="3652777137" sldId="320"/>
            <ac:spMk id="3" creationId="{00000000-0000-0000-0000-000000000000}"/>
          </ac:spMkLst>
        </pc:spChg>
        <pc:spChg chg="mod">
          <ac:chgData name="최경택" userId="1eb63b80-370a-4093-8446-3456bd89016c" providerId="ADAL" clId="{446AFCD7-5E02-4770-9F06-EC021AF9E340}" dt="2024-07-12T12:04:50.715" v="1012"/>
          <ac:spMkLst>
            <pc:docMk/>
            <pc:sldMk cId="3652777137" sldId="320"/>
            <ac:spMk id="6146" creationId="{00000000-0000-0000-0000-000000000000}"/>
          </ac:spMkLst>
        </pc:spChg>
        <pc:picChg chg="add mod">
          <ac:chgData name="최경택" userId="1eb63b80-370a-4093-8446-3456bd89016c" providerId="ADAL" clId="{446AFCD7-5E02-4770-9F06-EC021AF9E340}" dt="2024-07-12T12:04:30.739" v="1008" actId="1076"/>
          <ac:picMkLst>
            <pc:docMk/>
            <pc:sldMk cId="3652777137" sldId="320"/>
            <ac:picMk id="2" creationId="{AB0BF9EF-EC93-486E-C7FB-4860C4F7F4EF}"/>
          </ac:picMkLst>
        </pc:picChg>
      </pc:sldChg>
      <pc:sldChg chg="del">
        <pc:chgData name="최경택" userId="1eb63b80-370a-4093-8446-3456bd89016c" providerId="ADAL" clId="{446AFCD7-5E02-4770-9F06-EC021AF9E340}" dt="2024-07-12T12:17:06.569" v="3030" actId="47"/>
        <pc:sldMkLst>
          <pc:docMk/>
          <pc:sldMk cId="4068824504" sldId="322"/>
        </pc:sldMkLst>
      </pc:sldChg>
      <pc:sldChg chg="del">
        <pc:chgData name="최경택" userId="1eb63b80-370a-4093-8446-3456bd89016c" providerId="ADAL" clId="{446AFCD7-5E02-4770-9F06-EC021AF9E340}" dt="2024-07-12T12:17:06.569" v="3030" actId="47"/>
        <pc:sldMkLst>
          <pc:docMk/>
          <pc:sldMk cId="414033577" sldId="323"/>
        </pc:sldMkLst>
      </pc:sldChg>
      <pc:sldChg chg="del">
        <pc:chgData name="최경택" userId="1eb63b80-370a-4093-8446-3456bd89016c" providerId="ADAL" clId="{446AFCD7-5E02-4770-9F06-EC021AF9E340}" dt="2024-07-12T12:17:06.569" v="3030" actId="47"/>
        <pc:sldMkLst>
          <pc:docMk/>
          <pc:sldMk cId="1499906861" sldId="324"/>
        </pc:sldMkLst>
      </pc:sldChg>
      <pc:sldChg chg="del">
        <pc:chgData name="최경택" userId="1eb63b80-370a-4093-8446-3456bd89016c" providerId="ADAL" clId="{446AFCD7-5E02-4770-9F06-EC021AF9E340}" dt="2024-07-12T12:17:06.569" v="3030" actId="47"/>
        <pc:sldMkLst>
          <pc:docMk/>
          <pc:sldMk cId="3780492460" sldId="325"/>
        </pc:sldMkLst>
      </pc:sldChg>
      <pc:sldChg chg="del">
        <pc:chgData name="최경택" userId="1eb63b80-370a-4093-8446-3456bd89016c" providerId="ADAL" clId="{446AFCD7-5E02-4770-9F06-EC021AF9E340}" dt="2024-07-12T12:17:06.569" v="3030" actId="47"/>
        <pc:sldMkLst>
          <pc:docMk/>
          <pc:sldMk cId="2957128197" sldId="326"/>
        </pc:sldMkLst>
      </pc:sldChg>
      <pc:sldChg chg="modSp add mod">
        <pc:chgData name="최경택" userId="1eb63b80-370a-4093-8446-3456bd89016c" providerId="ADAL" clId="{446AFCD7-5E02-4770-9F06-EC021AF9E340}" dt="2024-07-12T12:18:00.567" v="3129"/>
        <pc:sldMkLst>
          <pc:docMk/>
          <pc:sldMk cId="124745092" sldId="327"/>
        </pc:sldMkLst>
        <pc:spChg chg="mod">
          <ac:chgData name="최경택" userId="1eb63b80-370a-4093-8446-3456bd89016c" providerId="ADAL" clId="{446AFCD7-5E02-4770-9F06-EC021AF9E340}" dt="2024-07-12T12:18:00.567" v="3129"/>
          <ac:spMkLst>
            <pc:docMk/>
            <pc:sldMk cId="124745092" sldId="327"/>
            <ac:spMk id="3" creationId="{00000000-0000-0000-0000-000000000000}"/>
          </ac:spMkLst>
        </pc:spChg>
        <pc:spChg chg="mod">
          <ac:chgData name="최경택" userId="1eb63b80-370a-4093-8446-3456bd89016c" providerId="ADAL" clId="{446AFCD7-5E02-4770-9F06-EC021AF9E340}" dt="2024-07-12T11:53:26.738" v="45"/>
          <ac:spMkLst>
            <pc:docMk/>
            <pc:sldMk cId="124745092" sldId="327"/>
            <ac:spMk id="6146" creationId="{00000000-0000-0000-0000-000000000000}"/>
          </ac:spMkLst>
        </pc:spChg>
      </pc:sldChg>
      <pc:sldChg chg="addSp delSp modSp add mod">
        <pc:chgData name="최경택" userId="1eb63b80-370a-4093-8446-3456bd89016c" providerId="ADAL" clId="{446AFCD7-5E02-4770-9F06-EC021AF9E340}" dt="2024-07-12T12:03:12.386" v="918" actId="1076"/>
        <pc:sldMkLst>
          <pc:docMk/>
          <pc:sldMk cId="1366064776" sldId="328"/>
        </pc:sldMkLst>
        <pc:picChg chg="del">
          <ac:chgData name="최경택" userId="1eb63b80-370a-4093-8446-3456bd89016c" providerId="ADAL" clId="{446AFCD7-5E02-4770-9F06-EC021AF9E340}" dt="2024-07-12T12:02:47.997" v="914" actId="478"/>
          <ac:picMkLst>
            <pc:docMk/>
            <pc:sldMk cId="1366064776" sldId="328"/>
            <ac:picMk id="3" creationId="{E15EEF94-A43F-D833-6913-967401153532}"/>
          </ac:picMkLst>
        </pc:picChg>
        <pc:picChg chg="add mod">
          <ac:chgData name="최경택" userId="1eb63b80-370a-4093-8446-3456bd89016c" providerId="ADAL" clId="{446AFCD7-5E02-4770-9F06-EC021AF9E340}" dt="2024-07-12T12:03:12.386" v="918" actId="1076"/>
          <ac:picMkLst>
            <pc:docMk/>
            <pc:sldMk cId="1366064776" sldId="328"/>
            <ac:picMk id="4" creationId="{4C98C942-9ABA-97D3-5DF2-5FF72375C860}"/>
          </ac:picMkLst>
        </pc:picChg>
      </pc:sldChg>
      <pc:sldChg chg="delSp modSp add mod delAnim">
        <pc:chgData name="최경택" userId="1eb63b80-370a-4093-8446-3456bd89016c" providerId="ADAL" clId="{446AFCD7-5E02-4770-9F06-EC021AF9E340}" dt="2024-07-12T12:11:15.647" v="1987" actId="20577"/>
        <pc:sldMkLst>
          <pc:docMk/>
          <pc:sldMk cId="2627288935" sldId="329"/>
        </pc:sldMkLst>
        <pc:spChg chg="mod">
          <ac:chgData name="최경택" userId="1eb63b80-370a-4093-8446-3456bd89016c" providerId="ADAL" clId="{446AFCD7-5E02-4770-9F06-EC021AF9E340}" dt="2024-07-12T12:11:15.647" v="1987" actId="20577"/>
          <ac:spMkLst>
            <pc:docMk/>
            <pc:sldMk cId="2627288935" sldId="329"/>
            <ac:spMk id="3" creationId="{00000000-0000-0000-0000-000000000000}"/>
          </ac:spMkLst>
        </pc:spChg>
        <pc:spChg chg="mod">
          <ac:chgData name="최경택" userId="1eb63b80-370a-4093-8446-3456bd89016c" providerId="ADAL" clId="{446AFCD7-5E02-4770-9F06-EC021AF9E340}" dt="2024-07-12T12:05:21.140" v="1086"/>
          <ac:spMkLst>
            <pc:docMk/>
            <pc:sldMk cId="2627288935" sldId="329"/>
            <ac:spMk id="6146" creationId="{00000000-0000-0000-0000-000000000000}"/>
          </ac:spMkLst>
        </pc:spChg>
        <pc:picChg chg="del">
          <ac:chgData name="최경택" userId="1eb63b80-370a-4093-8446-3456bd89016c" providerId="ADAL" clId="{446AFCD7-5E02-4770-9F06-EC021AF9E340}" dt="2024-07-12T12:05:21.928" v="1087" actId="478"/>
          <ac:picMkLst>
            <pc:docMk/>
            <pc:sldMk cId="2627288935" sldId="329"/>
            <ac:picMk id="2" creationId="{AB0BF9EF-EC93-486E-C7FB-4860C4F7F4EF}"/>
          </ac:picMkLst>
        </pc:picChg>
      </pc:sldChg>
      <pc:sldChg chg="modSp add mod">
        <pc:chgData name="최경택" userId="1eb63b80-370a-4093-8446-3456bd89016c" providerId="ADAL" clId="{446AFCD7-5E02-4770-9F06-EC021AF9E340}" dt="2024-07-12T12:16:44.778" v="3028"/>
        <pc:sldMkLst>
          <pc:docMk/>
          <pc:sldMk cId="399432541" sldId="330"/>
        </pc:sldMkLst>
        <pc:spChg chg="mod">
          <ac:chgData name="최경택" userId="1eb63b80-370a-4093-8446-3456bd89016c" providerId="ADAL" clId="{446AFCD7-5E02-4770-9F06-EC021AF9E340}" dt="2024-07-12T12:16:44.778" v="3028"/>
          <ac:spMkLst>
            <pc:docMk/>
            <pc:sldMk cId="399432541" sldId="330"/>
            <ac:spMk id="3" creationId="{00000000-0000-0000-0000-000000000000}"/>
          </ac:spMkLst>
        </pc:spChg>
        <pc:spChg chg="mod">
          <ac:chgData name="최경택" userId="1eb63b80-370a-4093-8446-3456bd89016c" providerId="ADAL" clId="{446AFCD7-5E02-4770-9F06-EC021AF9E340}" dt="2024-07-12T12:11:28.537" v="1990" actId="20577"/>
          <ac:spMkLst>
            <pc:docMk/>
            <pc:sldMk cId="399432541" sldId="330"/>
            <ac:spMk id="6146" creationId="{00000000-0000-0000-0000-000000000000}"/>
          </ac:spMkLst>
        </pc:spChg>
      </pc:sldChg>
      <pc:sldChg chg="modSp add mod">
        <pc:chgData name="최경택" userId="1eb63b80-370a-4093-8446-3456bd89016c" providerId="ADAL" clId="{446AFCD7-5E02-4770-9F06-EC021AF9E340}" dt="2024-07-12T12:26:29.004" v="4659"/>
        <pc:sldMkLst>
          <pc:docMk/>
          <pc:sldMk cId="1100289276" sldId="331"/>
        </pc:sldMkLst>
        <pc:spChg chg="mod">
          <ac:chgData name="최경택" userId="1eb63b80-370a-4093-8446-3456bd89016c" providerId="ADAL" clId="{446AFCD7-5E02-4770-9F06-EC021AF9E340}" dt="2024-07-12T12:26:29.004" v="4659"/>
          <ac:spMkLst>
            <pc:docMk/>
            <pc:sldMk cId="1100289276" sldId="331"/>
            <ac:spMk id="3" creationId="{00000000-0000-0000-0000-000000000000}"/>
          </ac:spMkLst>
        </pc:spChg>
        <pc:spChg chg="mod">
          <ac:chgData name="최경택" userId="1eb63b80-370a-4093-8446-3456bd89016c" providerId="ADAL" clId="{446AFCD7-5E02-4770-9F06-EC021AF9E340}" dt="2024-07-12T12:18:38.323" v="3254" actId="6549"/>
          <ac:spMkLst>
            <pc:docMk/>
            <pc:sldMk cId="1100289276" sldId="331"/>
            <ac:spMk id="614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707A3155-E808-4E9B-914E-2CCF078545A3}" type="datetimeFigureOut">
              <a:rPr lang="ko-KR" altLang="en-US"/>
              <a:pPr>
                <a:defRPr/>
              </a:pPr>
              <a:t>2026-08-05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FA7D75C-20F4-405C-BC08-1D6132BED55F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ko-KR" altLang="en-US"/>
              <a:t>인사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현재 산업현장에서 트랜드 </a:t>
            </a:r>
            <a:r>
              <a:rPr lang="en-US" altLang="ko-KR"/>
              <a:t>-&gt; IoT </a:t>
            </a:r>
            <a:r>
              <a:rPr lang="ko-KR" altLang="en-US"/>
              <a:t>를 통한 </a:t>
            </a:r>
            <a:r>
              <a:rPr lang="en-US" altLang="ko-KR"/>
              <a:t>Home Appliance</a:t>
            </a:r>
            <a:r>
              <a:rPr lang="ko-KR" altLang="en-US"/>
              <a:t>의 시스템 </a:t>
            </a:r>
            <a:r>
              <a:rPr lang="en-US" altLang="ko-KR"/>
              <a:t>Integration </a:t>
            </a:r>
          </a:p>
          <a:p>
            <a:endParaRPr lang="en-US" altLang="ko-KR"/>
          </a:p>
          <a:p>
            <a:r>
              <a:rPr lang="ko-KR" altLang="en-US"/>
              <a:t>특히 </a:t>
            </a:r>
            <a:r>
              <a:rPr lang="en-US" altLang="ko-KR"/>
              <a:t>BT / Wifi </a:t>
            </a:r>
            <a:r>
              <a:rPr lang="ko-KR" altLang="en-US"/>
              <a:t>망에서 다양한 </a:t>
            </a:r>
            <a:r>
              <a:rPr lang="en-US" altLang="ko-KR"/>
              <a:t>Device</a:t>
            </a:r>
            <a:r>
              <a:rPr lang="ko-KR" altLang="en-US"/>
              <a:t>의 구분 및 연결성에 대한 연구가 한창 진행중이다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  <p:sp>
        <p:nvSpPr>
          <p:cNvPr id="1229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3ADAE9C9-9014-43DC-A86F-BCD0FD038E21}" type="slidenum">
              <a:rPr lang="ko-KR" altLang="en-US"/>
              <a:pPr eaLnBrk="1" hangingPunct="1"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188" y="0"/>
            <a:ext cx="1560512" cy="687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그림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8763" y="260350"/>
            <a:ext cx="1014412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그림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9850" y="6453188"/>
            <a:ext cx="1350963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B89EA2-C971-44AE-9F4D-39D5FC5D928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59435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/>
          <p:cNvSpPr>
            <a:spLocks noChangeShapeType="1"/>
          </p:cNvSpPr>
          <p:nvPr userDrawn="1"/>
        </p:nvSpPr>
        <p:spPr bwMode="auto">
          <a:xfrm>
            <a:off x="-7938" y="971550"/>
            <a:ext cx="9144001" cy="0"/>
          </a:xfrm>
          <a:prstGeom prst="line">
            <a:avLst/>
          </a:prstGeom>
          <a:noFill/>
          <a:ln w="22225">
            <a:solidFill>
              <a:schemeClr val="bg1">
                <a:lumMod val="50000"/>
              </a:schemeClr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pic>
        <p:nvPicPr>
          <p:cNvPr id="5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8" y="0"/>
            <a:ext cx="8597900" cy="96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3" descr="D:\1_홍보실업무\3_홍보매체 오션_360_줌인_서비스\3_대가대오션\등록콘텐츠\현수막-일반가로\분리이미지\무늬2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0"/>
            <a:ext cx="2341563" cy="96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9" descr="D:\1_홍보실업무\3_홍보매체 오션_360_줌인_서비스\3_대가대오션\등록콘텐츠\대학UI영문한글조합\20170609\18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3" y="220663"/>
            <a:ext cx="99695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4" descr="D:\1_홍보실업무\3_홍보매체 오션_360_줌인_서비스\3_대가대오션\등록콘텐츠\대학UI영문한글조합\20170609\5.pn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0900" y="220663"/>
            <a:ext cx="565150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5038" y="116632"/>
            <a:ext cx="8229600" cy="456456"/>
          </a:xfrm>
        </p:spPr>
        <p:txBody>
          <a:bodyPr/>
          <a:lstStyle>
            <a:lvl1pPr algn="l">
              <a:defRPr sz="3200" b="1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9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02463" y="6605588"/>
            <a:ext cx="2133600" cy="234950"/>
          </a:xfrm>
        </p:spPr>
        <p:txBody>
          <a:bodyPr/>
          <a:lstStyle>
            <a:lvl1pPr>
              <a:defRPr sz="11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98FE362-89BD-40AC-9FD7-860F9A018FC5}" type="slidenum">
              <a:rPr lang="en-US" altLang="ko-KR"/>
              <a:pPr/>
              <a:t>‹#›</a:t>
            </a:fld>
            <a:r>
              <a:rPr lang="en-US" altLang="ko-KR"/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2745886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41D9A1-1705-4854-81B0-7AF04B15398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54674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509446-6369-4E01-A1A9-AD02F6F9EA9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55870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56F3AE-A53E-41C5-BA70-28927994631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3955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343B0F-E470-4238-99BF-A47F2885D6E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1170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66A728-A127-461F-B95F-951EDFE6590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972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4B193D-19E2-42E4-A9B8-D7749CA3286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6082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42FCF9-A470-4CA6-82E4-DEC28A47C92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83608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90FFE0-6373-4D72-BF26-1E53BF89AC0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0958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13DCD0-1DBE-4564-8BD2-4745BCB0B53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74305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481903" y="2680109"/>
            <a:ext cx="3859670" cy="80649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KoPub돋움체_Pro Bold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0039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32219-5F3D-7F43-849E-768B69F61FFB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06415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E32219-5F3D-7F43-849E-768B69F61FFB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08454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13" y="440330"/>
            <a:ext cx="8107710" cy="80072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95" y="1470362"/>
            <a:ext cx="8105496" cy="4849414"/>
          </a:xfrm>
        </p:spPr>
        <p:txBody>
          <a:bodyPr>
            <a:normAutofit/>
          </a:bodyPr>
          <a:lstStyle>
            <a:lvl1pPr marL="225425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800"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1pPr>
            <a:lvl2pPr marL="573088" indent="-238125">
              <a:buClr>
                <a:srgbClr val="FFCC66"/>
              </a:buClr>
              <a:buFont typeface="Wingdings" panose="05000000000000000000" pitchFamily="2" charset="2"/>
              <a:buChar char="l"/>
              <a:defRPr sz="16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2pPr>
            <a:lvl3pPr marL="860425" indent="-182563">
              <a:buClr>
                <a:srgbClr val="FFCC66"/>
              </a:buClr>
              <a:buFont typeface="Wingdings" panose="05000000000000000000" pitchFamily="2" charset="2"/>
              <a:buChar char="l"/>
              <a:defRPr sz="14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3pPr>
            <a:lvl4pPr marL="1198563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4pPr>
            <a:lvl5pPr marL="1544638" indent="-228600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862BFA-C828-2446-9B72-82AD7C7C4D28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5474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862BFA-C828-2446-9B72-82AD7C7C4D28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5886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78330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40C587-CD89-8C40-AE01-36B25C2FD636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41828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34BB27-D512-944F-BD47-D639527B0043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51829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C7D68E-693D-9C49-A798-620CA0EADA79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03CD29-3FF4-6D4C-91CD-B76B0411C46D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95165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6E382E-3682-864D-BAAA-426D382364D6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F1395-DF07-7644-8D70-6CD057F69345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36098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F553F-D6CF-024A-83E8-16C5ACBDBF0C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4D706A-52FD-E64D-AE1E-7C9D69A6BCFF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90545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B569C-1EA5-424B-AEC8-7C697A5412D8}" type="datetime1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21BB04-64BC-524B-8E69-A4BB3B716DBF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86928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81C33E-41CC-7144-9EE9-6BB47BFC27EB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7415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BEBC88-5945-6548-81AC-D1E801230918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55789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17FCC0-BCF1-7F40-94F0-C8B3ACD33893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09012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CA98B9-3ABE-A242-9F6B-DA9BAB124A35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6125628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305156-B5F0-8F44-9B3B-B829BD25E71A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32009986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AB5F46-2B7F-5B4D-AD94-C45166DC40CF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9216026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7C3E9F-FCDE-664F-9336-1ABBAA0EA927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4026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44955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18684832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4DA2EC-FE51-234C-8874-87F532D5C722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001533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36BB0B-C07A-EF4C-ADBF-B404E3B41965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81952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0531E-1DA2-B34A-93A6-C570B815175C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14200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2E4664-5CFD-1A4D-9B41-76CFD729FE90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01689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28452" y="1906719"/>
            <a:ext cx="6912841" cy="1522281"/>
          </a:xfrm>
          <a:noFill/>
        </p:spPr>
        <p:txBody>
          <a:bodyPr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defRPr lang="en-US" sz="4800" b="1" kern="120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762611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04192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401704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548650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781" y="1470362"/>
            <a:ext cx="8105496" cy="496462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048480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862BFA-C828-2446-9B72-82AD7C7C4D28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612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706218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40C587-CD89-8C40-AE01-36B25C2FD636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544360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34BB27-D512-944F-BD47-D639527B0043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14861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C7D68E-693D-9C49-A798-620CA0EADA79}" type="datetime1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03CD29-3FF4-6D4C-91CD-B76B0411C46D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221788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6E382E-3682-864D-BAAA-426D382364D6}" type="datetime1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F1395-DF07-7644-8D70-6CD057F69345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98916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5F553F-D6CF-024A-83E8-16C5ACBDBF0C}" type="datetime1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4D706A-52FD-E64D-AE1E-7C9D69A6BCFF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63053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3B569C-1EA5-424B-AEC8-7C697A5412D8}" type="datetime1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21BB04-64BC-524B-8E69-A4BB3B716DBF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886000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81C33E-41CC-7144-9EE9-6BB47BFC27EB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30529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BEBC88-5945-6548-81AC-D1E801230918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98581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917FCC0-BCF1-7F40-94F0-C8B3ACD33893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898367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CA98B9-3ABE-A242-9F6B-DA9BAB124A35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1646336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305156-B5F0-8F44-9B3B-B829BD25E71A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84479914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AB5F46-2B7F-5B4D-AD94-C45166DC40CF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+mn-e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66719082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7C3E9F-FCDE-664F-9336-1ABBAA0EA927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935301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136792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290641839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4DA2EC-FE51-234C-8874-87F532D5C722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150642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36BB0B-C07A-EF4C-ADBF-B404E3B41965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354787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00531E-1DA2-B34A-93A6-C570B815175C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550808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2E4664-5CFD-1A4D-9B41-76CFD729FE90}" type="datetime1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7570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image" Target="../media/image8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57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5" Type="http://schemas.openxmlformats.org/officeDocument/2006/relationships/slideLayout" Target="../slideLayouts/slideLayout61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6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24" Type="http://schemas.openxmlformats.org/officeDocument/2006/relationships/slideLayout" Target="../slideLayouts/slideLayout60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23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Relationship Id="rId22" Type="http://schemas.openxmlformats.org/officeDocument/2006/relationships/slideLayout" Target="../slideLayouts/slideLayout58.xml"/><Relationship Id="rId27" Type="http://schemas.openxmlformats.org/officeDocument/2006/relationships/image" Target="../media/image8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6ECE574-4AFE-49DA-97ED-19E6DFCF60C8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36" r:id="rId1"/>
    <p:sldLayoutId id="2147484337" r:id="rId2"/>
    <p:sldLayoutId id="2147484327" r:id="rId3"/>
    <p:sldLayoutId id="2147484328" r:id="rId4"/>
    <p:sldLayoutId id="2147484329" r:id="rId5"/>
    <p:sldLayoutId id="2147484330" r:id="rId6"/>
    <p:sldLayoutId id="2147484331" r:id="rId7"/>
    <p:sldLayoutId id="2147484332" r:id="rId8"/>
    <p:sldLayoutId id="2147484333" r:id="rId9"/>
    <p:sldLayoutId id="2147484334" r:id="rId10"/>
    <p:sldLayoutId id="2147484335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4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F5F5AC-42C6-7943-932B-3849F0E3EB5C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8/5/2026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4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3952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9" r:id="rId1"/>
    <p:sldLayoutId id="2147484340" r:id="rId2"/>
    <p:sldLayoutId id="2147484341" r:id="rId3"/>
    <p:sldLayoutId id="2147484342" r:id="rId4"/>
    <p:sldLayoutId id="2147484343" r:id="rId5"/>
    <p:sldLayoutId id="2147484344" r:id="rId6"/>
    <p:sldLayoutId id="2147484345" r:id="rId7"/>
    <p:sldLayoutId id="2147484346" r:id="rId8"/>
    <p:sldLayoutId id="2147484347" r:id="rId9"/>
    <p:sldLayoutId id="2147484348" r:id="rId10"/>
    <p:sldLayoutId id="2147484349" r:id="rId11"/>
    <p:sldLayoutId id="2147484350" r:id="rId12"/>
    <p:sldLayoutId id="2147484351" r:id="rId13"/>
    <p:sldLayoutId id="2147484352" r:id="rId14"/>
    <p:sldLayoutId id="2147484353" r:id="rId15"/>
    <p:sldLayoutId id="2147484354" r:id="rId16"/>
    <p:sldLayoutId id="2147484355" r:id="rId17"/>
    <p:sldLayoutId id="2147484356" r:id="rId18"/>
    <p:sldLayoutId id="2147484357" r:id="rId19"/>
    <p:sldLayoutId id="2147484358" r:id="rId20"/>
    <p:sldLayoutId id="2147484359" r:id="rId21"/>
    <p:sldLayoutId id="2147484360" r:id="rId22"/>
    <p:sldLayoutId id="2147484361" r:id="rId23"/>
    <p:sldLayoutId id="2147484362" r:id="rId24"/>
    <p:sldLayoutId id="2147484363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5141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65" r:id="rId1"/>
    <p:sldLayoutId id="2147484366" r:id="rId2"/>
    <p:sldLayoutId id="2147484367" r:id="rId3"/>
    <p:sldLayoutId id="2147484368" r:id="rId4"/>
    <p:sldLayoutId id="2147484369" r:id="rId5"/>
    <p:sldLayoutId id="2147484370" r:id="rId6"/>
    <p:sldLayoutId id="2147484371" r:id="rId7"/>
    <p:sldLayoutId id="2147484372" r:id="rId8"/>
    <p:sldLayoutId id="2147484373" r:id="rId9"/>
    <p:sldLayoutId id="2147484374" r:id="rId10"/>
    <p:sldLayoutId id="2147484375" r:id="rId11"/>
    <p:sldLayoutId id="2147484376" r:id="rId12"/>
    <p:sldLayoutId id="2147484377" r:id="rId13"/>
    <p:sldLayoutId id="2147484378" r:id="rId14"/>
    <p:sldLayoutId id="2147484379" r:id="rId15"/>
    <p:sldLayoutId id="2147484380" r:id="rId16"/>
    <p:sldLayoutId id="2147484381" r:id="rId17"/>
    <p:sldLayoutId id="2147484382" r:id="rId18"/>
    <p:sldLayoutId id="2147484383" r:id="rId19"/>
    <p:sldLayoutId id="2147484384" r:id="rId20"/>
    <p:sldLayoutId id="2147484385" r:id="rId21"/>
    <p:sldLayoutId id="2147484386" r:id="rId22"/>
    <p:sldLayoutId id="2147484387" r:id="rId23"/>
    <p:sldLayoutId id="2147484388" r:id="rId24"/>
    <p:sldLayoutId id="2147484389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>
              <a:lumMod val="50000"/>
            </a:schemeClr>
          </a:solidFill>
          <a:latin typeface="+mj-ea"/>
          <a:ea typeface="+mj-ea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+mn-ea"/>
          <a:ea typeface="+mn-ea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+mn-ea"/>
          <a:ea typeface="+mn-ea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+mn-ea"/>
          <a:ea typeface="+mn-ea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hoiKyoungtaek/AICA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4"/>
          <p:cNvSpPr>
            <a:spLocks noChangeShapeType="1"/>
          </p:cNvSpPr>
          <p:nvPr/>
        </p:nvSpPr>
        <p:spPr bwMode="auto">
          <a:xfrm>
            <a:off x="411163" y="4005263"/>
            <a:ext cx="83502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099" name="Rectangle 5"/>
          <p:cNvSpPr>
            <a:spLocks noChangeArrowheads="1"/>
          </p:cNvSpPr>
          <p:nvPr/>
        </p:nvSpPr>
        <p:spPr bwMode="auto">
          <a:xfrm>
            <a:off x="573309" y="1628800"/>
            <a:ext cx="6800850" cy="923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b">
            <a:spAutoFit/>
          </a:bodyPr>
          <a:lstStyle/>
          <a:p>
            <a:pPr algn="ctr" eaLnBrk="0" latinLnBrk="0" hangingPunct="0">
              <a:defRPr/>
            </a:pPr>
            <a:r>
              <a:rPr lang="ko-KR" altLang="en-US" sz="540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</a:rPr>
              <a:t>고교특강</a:t>
            </a:r>
            <a:endParaRPr lang="en-US" altLang="ko-KR" sz="5400" dirty="0">
              <a:solidFill>
                <a:schemeClr val="tx1">
                  <a:lumMod val="75000"/>
                  <a:lumOff val="25000"/>
                </a:schemeClr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7589838" y="4005263"/>
            <a:ext cx="1223962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576263" y="4257347"/>
            <a:ext cx="6800850" cy="1668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b">
            <a:spAutoFit/>
          </a:bodyPr>
          <a:lstStyle/>
          <a:p>
            <a:pPr algn="ctr" eaLnBrk="0" latinLnBrk="0" hangingPunct="0">
              <a:lnSpc>
                <a:spcPct val="150000"/>
              </a:lnSpc>
              <a:defRPr/>
            </a:pPr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</a:rPr>
              <a:t>대구가톨릭대학교 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latin typeface="HY견고딕" pitchFamily="18" charset="-127"/>
              <a:ea typeface="HY견고딕" pitchFamily="18" charset="-127"/>
            </a:endParaRPr>
          </a:p>
          <a:p>
            <a:pPr algn="ctr" eaLnBrk="0" latinLnBrk="0" hangingPunct="0">
              <a:lnSpc>
                <a:spcPct val="150000"/>
              </a:lnSpc>
              <a:defRPr/>
            </a:pPr>
            <a:r>
              <a:rPr lang="ko-KR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</a:rPr>
              <a:t>로봇공학과</a:t>
            </a:r>
            <a:endParaRPr lang="en-US" altLang="ko-KR" sz="2400">
              <a:solidFill>
                <a:schemeClr val="tx1">
                  <a:lumMod val="75000"/>
                  <a:lumOff val="25000"/>
                </a:schemeClr>
              </a:solidFill>
              <a:latin typeface="HY견고딕" pitchFamily="18" charset="-127"/>
              <a:ea typeface="HY견고딕" pitchFamily="18" charset="-127"/>
            </a:endParaRPr>
          </a:p>
          <a:p>
            <a:pPr algn="ctr" eaLnBrk="0" latinLnBrk="0" hangingPunct="0">
              <a:lnSpc>
                <a:spcPct val="150000"/>
              </a:lnSpc>
              <a:defRPr/>
            </a:pPr>
            <a:r>
              <a:rPr lang="en-US" altLang="ko-KR" sz="240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</a:rPr>
              <a:t>(</a:t>
            </a:r>
            <a:r>
              <a:rPr lang="ko-KR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</a:rPr>
              <a:t>최경택</a:t>
            </a:r>
            <a:r>
              <a:rPr lang="en-US" altLang="ko-KR" sz="2400">
                <a:solidFill>
                  <a:schemeClr val="tx1">
                    <a:lumMod val="75000"/>
                    <a:lumOff val="25000"/>
                  </a:schemeClr>
                </a:solidFill>
                <a:latin typeface="HY견고딕" pitchFamily="18" charset="-127"/>
                <a:ea typeface="HY견고딕" pitchFamily="18" charset="-127"/>
              </a:rPr>
              <a:t>)</a:t>
            </a:r>
            <a:endParaRPr lang="en-US" altLang="ko-KR" sz="2400" dirty="0">
              <a:solidFill>
                <a:schemeClr val="tx1">
                  <a:lumMod val="75000"/>
                  <a:lumOff val="25000"/>
                </a:schemeClr>
              </a:solidFill>
              <a:latin typeface="HY견고딕" pitchFamily="18" charset="-127"/>
              <a:ea typeface="HY견고딕" pitchFamily="18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501650" y="1357313"/>
            <a:ext cx="8280400" cy="5024437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68313" y="1446213"/>
            <a:ext cx="7991475" cy="47101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58775" algn="just" defTabSz="487363" latinLnBrk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본 저작물은 저작권법 제</a:t>
            </a:r>
            <a:r>
              <a:rPr lang="en-US" altLang="ko-KR" sz="2000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25</a:t>
            </a:r>
            <a:r>
              <a:rPr lang="ko-KR" altLang="en-US" sz="2000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조 수업목적 저작물 이용 보상금제도에 의거</a:t>
            </a:r>
            <a:r>
              <a:rPr lang="en-US" altLang="ko-KR" sz="2000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, </a:t>
            </a:r>
            <a:r>
              <a:rPr lang="ko-KR" altLang="en-US" sz="2000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한국복제전송저작권협회와 약정을 체결하고 적법하게 이용하고 있습니다</a:t>
            </a:r>
            <a:r>
              <a:rPr lang="en-US" altLang="ko-KR" sz="2000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. </a:t>
            </a:r>
            <a:r>
              <a:rPr lang="ko-KR" altLang="en-US" sz="2000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약정범위를 초과하는 사용은 저작권법에 저촉될 수 있으므로 저작물의 </a:t>
            </a:r>
            <a:r>
              <a:rPr lang="ko-KR" altLang="en-US" sz="2000" u="sng" kern="0" dirty="0">
                <a:solidFill>
                  <a:srgbClr val="FF0000"/>
                </a:solidFill>
                <a:latin typeface="HY견고딕" pitchFamily="18" charset="-127"/>
                <a:ea typeface="HY견고딕" pitchFamily="18" charset="-127"/>
              </a:rPr>
              <a:t>재 복제 및 수업 목적 외의 사용을 금지</a:t>
            </a:r>
            <a:r>
              <a:rPr lang="ko-KR" altLang="en-US" sz="2000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합니다</a:t>
            </a:r>
            <a:r>
              <a:rPr lang="en-US" altLang="ko-KR" sz="2000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.</a:t>
            </a:r>
            <a:endParaRPr lang="ko-KR" altLang="en-US" sz="2000" kern="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  <a:p>
            <a:pPr marL="358775" algn="ctr" defTabSz="487363" latinLnBrk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2000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대구가톨릭대학교</a:t>
            </a:r>
            <a:r>
              <a:rPr lang="en-US" altLang="ko-KR" sz="2000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·</a:t>
            </a:r>
            <a:r>
              <a:rPr lang="ko-KR" altLang="en-US" sz="2000" kern="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한국복제전송저작권협회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A34EB-244C-6C17-16B0-2D677E348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044DF776-F0FF-1AA2-57E4-A4F867C99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304819"/>
            <a:ext cx="8229600" cy="456456"/>
          </a:xfrm>
        </p:spPr>
        <p:txBody>
          <a:bodyPr/>
          <a:lstStyle/>
          <a:p>
            <a:pPr algn="ctr"/>
            <a:r>
              <a:rPr lang="en-US" altLang="ko-KR" sz="2500">
                <a:solidFill>
                  <a:srgbClr val="000066"/>
                </a:solidFill>
              </a:rPr>
              <a:t>	</a:t>
            </a:r>
            <a:r>
              <a:rPr lang="ko-KR" altLang="en-US" sz="2500">
                <a:solidFill>
                  <a:srgbClr val="000066"/>
                </a:solidFill>
              </a:rPr>
              <a:t>라즈베리 파이 카메라 조립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800632-3126-DF71-FC81-CE736B72CEED}"/>
              </a:ext>
            </a:extLst>
          </p:cNvPr>
          <p:cNvSpPr txBox="1"/>
          <p:nvPr/>
        </p:nvSpPr>
        <p:spPr>
          <a:xfrm>
            <a:off x="3203848" y="1740997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1. </a:t>
            </a:r>
            <a:r>
              <a:rPr lang="ko-KR" altLang="en-US"/>
              <a:t>카메라를 팬틸트에 조립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5639818-3A8A-7AE4-F26F-F0953EB537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17" t="29894" r="31483" b="21079"/>
          <a:stretch>
            <a:fillRect/>
          </a:stretch>
        </p:blipFill>
        <p:spPr>
          <a:xfrm rot="5400000">
            <a:off x="395537" y="908719"/>
            <a:ext cx="2520280" cy="280831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C4E8185-21D9-0D13-1C0D-5EA1C3AB9E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0" t="24801" r="24100"/>
          <a:stretch>
            <a:fillRect/>
          </a:stretch>
        </p:blipFill>
        <p:spPr>
          <a:xfrm rot="5400000">
            <a:off x="379664" y="3693992"/>
            <a:ext cx="2520281" cy="284005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8192AFF-D237-831D-75B2-96D6D1F13167}"/>
              </a:ext>
            </a:extLst>
          </p:cNvPr>
          <p:cNvSpPr txBox="1"/>
          <p:nvPr/>
        </p:nvSpPr>
        <p:spPr>
          <a:xfrm>
            <a:off x="3203848" y="4437112"/>
            <a:ext cx="54510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2. </a:t>
            </a:r>
            <a:r>
              <a:rPr lang="ko-KR" altLang="en-US"/>
              <a:t>카메라 커넥터를 라즈베리파이에 연결</a:t>
            </a:r>
            <a:endParaRPr lang="en-US" altLang="ko-KR"/>
          </a:p>
          <a:p>
            <a:r>
              <a:rPr lang="en-US" altLang="ko-KR"/>
              <a:t> - </a:t>
            </a:r>
            <a:r>
              <a:rPr lang="ko-KR" altLang="en-US"/>
              <a:t>검정 플라스틱을 위로 올리고 케이블을 꼽은 후 아래로 내림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F804FF-6372-0D36-6F1B-919CEDD8E1FF}"/>
              </a:ext>
            </a:extLst>
          </p:cNvPr>
          <p:cNvSpPr txBox="1"/>
          <p:nvPr/>
        </p:nvSpPr>
        <p:spPr>
          <a:xfrm>
            <a:off x="3203848" y="5450832"/>
            <a:ext cx="5451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주의사항</a:t>
            </a:r>
            <a:r>
              <a:rPr lang="en-US" altLang="ko-KR"/>
              <a:t>: </a:t>
            </a:r>
            <a:r>
              <a:rPr lang="ko-KR" altLang="en-US"/>
              <a:t>카메라 커넥터의 도선이 카메라나 라즈베리파이의 소캣에 도선과 닿아야 함</a:t>
            </a:r>
            <a:r>
              <a:rPr lang="en-US" altLang="ko-KR"/>
              <a:t>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597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B04F7-76FC-3022-E51C-907EC6892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54F3083F-291B-CE02-2059-DA7283DD3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304819"/>
            <a:ext cx="8229600" cy="456456"/>
          </a:xfrm>
        </p:spPr>
        <p:txBody>
          <a:bodyPr/>
          <a:lstStyle/>
          <a:p>
            <a:pPr algn="ctr"/>
            <a:r>
              <a:rPr lang="ko-KR" altLang="en-US" sz="2500">
                <a:solidFill>
                  <a:srgbClr val="000066"/>
                </a:solidFill>
              </a:rPr>
              <a:t>필요 프로그램 설치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69A1F9C-71B6-B151-4290-0F00080154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907130"/>
              </p:ext>
            </p:extLst>
          </p:nvPr>
        </p:nvGraphicFramePr>
        <p:xfrm>
          <a:off x="395536" y="2564904"/>
          <a:ext cx="3996119" cy="321691"/>
        </p:xfrm>
        <a:graphic>
          <a:graphicData uri="http://schemas.openxmlformats.org/drawingml/2006/table">
            <a:tbl>
              <a:tblPr/>
              <a:tblGrid>
                <a:gridCol w="3996119">
                  <a:extLst>
                    <a:ext uri="{9D8B030D-6E8A-4147-A177-3AD203B41FA5}">
                      <a16:colId xmlns:a16="http://schemas.microsoft.com/office/drawing/2014/main" val="1457172342"/>
                    </a:ext>
                  </a:extLst>
                </a:gridCol>
              </a:tblGrid>
              <a:tr h="310134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pip install </a:t>
                      </a:r>
                      <a:r>
                        <a:rPr lang="en-US" sz="140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opencv</a:t>
                      </a: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</a:rPr>
                        <a:t>-python</a:t>
                      </a:r>
                      <a:endParaRPr lang="en-US" sz="14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48578" marR="48578" marT="13430" marB="1343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74624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DFC78FF-6FE4-547E-1A01-744EBAA6BBE8}"/>
              </a:ext>
            </a:extLst>
          </p:cNvPr>
          <p:cNvSpPr txBox="1"/>
          <p:nvPr/>
        </p:nvSpPr>
        <p:spPr>
          <a:xfrm>
            <a:off x="395536" y="1267285"/>
            <a:ext cx="83529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이전 시간에 설치했지만 이번에 다시 확인하고 설치되어 있지 않으면 다시설치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교수님을 따라하세요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914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781ED-1509-EFCC-2D19-FAF782E84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F92EC28F-715D-7AC4-D89D-0D0B65562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304819"/>
            <a:ext cx="8229600" cy="456456"/>
          </a:xfrm>
        </p:spPr>
        <p:txBody>
          <a:bodyPr/>
          <a:lstStyle/>
          <a:p>
            <a:pPr algn="ctr"/>
            <a:r>
              <a:rPr lang="ko-KR" altLang="en-US" sz="2500">
                <a:solidFill>
                  <a:srgbClr val="000066"/>
                </a:solidFill>
              </a:rPr>
              <a:t>카메라 영상 확인 프로그램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F454A0-A54C-CA63-D01E-8387CBB67DBB}"/>
              </a:ext>
            </a:extLst>
          </p:cNvPr>
          <p:cNvSpPr txBox="1"/>
          <p:nvPr/>
        </p:nvSpPr>
        <p:spPr>
          <a:xfrm>
            <a:off x="899592" y="1268760"/>
            <a:ext cx="5472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>
                <a:hlinkClick r:id="rId2"/>
              </a:rPr>
              <a:t>https://github.com/ChoiKyoungtaek/AICAM</a:t>
            </a:r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99584F-402C-E975-8F5D-28299CD581AF}"/>
              </a:ext>
            </a:extLst>
          </p:cNvPr>
          <p:cNvSpPr txBox="1"/>
          <p:nvPr/>
        </p:nvSpPr>
        <p:spPr>
          <a:xfrm>
            <a:off x="899592" y="1772816"/>
            <a:ext cx="70567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camera_test1.py</a:t>
            </a:r>
            <a:r>
              <a:rPr lang="ko-KR" altLang="en-US"/>
              <a:t> 파일을 다운받아서 라즈베리파이 작업폴더에 복사하세요</a:t>
            </a:r>
            <a:r>
              <a:rPr lang="en-US" altLang="ko-KR"/>
              <a:t>. (</a:t>
            </a:r>
            <a:r>
              <a:rPr lang="ko-KR" altLang="en-US"/>
              <a:t>교수님을 따라하세요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0453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59E17-E1EF-4EB1-CFEA-152ADC67B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2CAAC415-6077-1FD4-C75B-7A1DE94A4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304819"/>
            <a:ext cx="8229600" cy="456456"/>
          </a:xfrm>
        </p:spPr>
        <p:txBody>
          <a:bodyPr/>
          <a:lstStyle/>
          <a:p>
            <a:pPr algn="ctr"/>
            <a:r>
              <a:rPr lang="ko-KR" altLang="en-US" sz="2500">
                <a:solidFill>
                  <a:srgbClr val="000066"/>
                </a:solidFill>
              </a:rPr>
              <a:t>카메라 영상 확인 프로그램 설명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09F0084-153D-DD92-1CBE-4423EDAD5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124744"/>
            <a:ext cx="8359360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974197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C650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0"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5117</TotalTime>
  <Words>165</Words>
  <Application>Microsoft Office PowerPoint</Application>
  <PresentationFormat>화면 슬라이드 쇼(4:3)</PresentationFormat>
  <Paragraphs>26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6</vt:i4>
      </vt:variant>
    </vt:vector>
  </HeadingPairs>
  <TitlesOfParts>
    <vt:vector size="19" baseType="lpstr">
      <vt:lpstr>HY견고딕</vt:lpstr>
      <vt:lpstr>KoPub돋움체_Pro Bold</vt:lpstr>
      <vt:lpstr>KoPub돋움체_Pro Light</vt:lpstr>
      <vt:lpstr>굴림</vt:lpstr>
      <vt:lpstr>맑은 고딕</vt:lpstr>
      <vt:lpstr>함초롬바탕</vt:lpstr>
      <vt:lpstr>Arial</vt:lpstr>
      <vt:lpstr>Calibri</vt:lpstr>
      <vt:lpstr>Verdana</vt:lpstr>
      <vt:lpstr>Wingdings</vt:lpstr>
      <vt:lpstr>기본 디자인</vt:lpstr>
      <vt:lpstr>1_Office Theme</vt:lpstr>
      <vt:lpstr>2_Office Theme</vt:lpstr>
      <vt:lpstr>PowerPoint 프레젠테이션</vt:lpstr>
      <vt:lpstr>PowerPoint 프레젠테이션</vt:lpstr>
      <vt:lpstr> 라즈베리 파이 카메라 조립</vt:lpstr>
      <vt:lpstr>필요 프로그램 설치</vt:lpstr>
      <vt:lpstr>카메라 영상 확인 프로그램</vt:lpstr>
      <vt:lpstr>카메라 영상 확인 프로그램 설명</vt:lpstr>
    </vt:vector>
  </TitlesOfParts>
  <Company>CISD, Yonsei Univ.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ERC Road Map</dc:title>
  <dc:creator>KANGsumgmook</dc:creator>
  <cp:lastModifiedBy>최경택</cp:lastModifiedBy>
  <cp:revision>371</cp:revision>
  <dcterms:created xsi:type="dcterms:W3CDTF">2007-07-24T10:27:02Z</dcterms:created>
  <dcterms:modified xsi:type="dcterms:W3CDTF">2026-08-05T06:35:12Z</dcterms:modified>
</cp:coreProperties>
</file>