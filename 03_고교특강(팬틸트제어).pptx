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338" r:id="rId2"/>
    <p:sldMasterId id="2147484364" r:id="rId3"/>
  </p:sldMasterIdLst>
  <p:notesMasterIdLst>
    <p:notesMasterId r:id="rId18"/>
  </p:notesMasterIdLst>
  <p:sldIdLst>
    <p:sldId id="256" r:id="rId4"/>
    <p:sldId id="277" r:id="rId5"/>
    <p:sldId id="372" r:id="rId6"/>
    <p:sldId id="376" r:id="rId7"/>
    <p:sldId id="373" r:id="rId8"/>
    <p:sldId id="375" r:id="rId9"/>
    <p:sldId id="377" r:id="rId10"/>
    <p:sldId id="374" r:id="rId11"/>
    <p:sldId id="378" r:id="rId12"/>
    <p:sldId id="379" r:id="rId13"/>
    <p:sldId id="380" r:id="rId14"/>
    <p:sldId id="381" r:id="rId15"/>
    <p:sldId id="382" r:id="rId16"/>
    <p:sldId id="369" r:id="rId17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CC"/>
    <a:srgbClr val="000066"/>
    <a:srgbClr val="3399FF"/>
    <a:srgbClr val="0099FF"/>
    <a:srgbClr val="0066FF"/>
    <a:srgbClr val="3366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AFCD7-5E02-4770-9F06-EC021AF9E340}" v="395" dt="2024-07-12T12:26:29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17" autoAdjust="0"/>
    <p:restoredTop sz="81481" autoAdjust="0"/>
  </p:normalViewPr>
  <p:slideViewPr>
    <p:cSldViewPr>
      <p:cViewPr varScale="1">
        <p:scale>
          <a:sx n="108" d="100"/>
          <a:sy n="108" d="100"/>
        </p:scale>
        <p:origin x="141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경택" userId="1eb63b80-370a-4093-8446-3456bd89016c" providerId="ADAL" clId="{BF42106D-8CCE-4A96-9C76-DA93DE8E7CE9}"/>
    <pc:docChg chg="modSld">
      <pc:chgData name="최경택" userId="1eb63b80-370a-4093-8446-3456bd89016c" providerId="ADAL" clId="{BF42106D-8CCE-4A96-9C76-DA93DE8E7CE9}" dt="2024-06-18T06:29:22.464" v="42" actId="6549"/>
      <pc:docMkLst>
        <pc:docMk/>
      </pc:docMkLst>
      <pc:sldChg chg="modSp mod">
        <pc:chgData name="최경택" userId="1eb63b80-370a-4093-8446-3456bd89016c" providerId="ADAL" clId="{BF42106D-8CCE-4A96-9C76-DA93DE8E7CE9}" dt="2024-06-18T06:28:03.708" v="25" actId="6549"/>
        <pc:sldMkLst>
          <pc:docMk/>
          <pc:sldMk cId="0" sldId="256"/>
        </pc:sldMkLst>
        <pc:spChg chg="mod">
          <ac:chgData name="최경택" userId="1eb63b80-370a-4093-8446-3456bd89016c" providerId="ADAL" clId="{BF42106D-8CCE-4A96-9C76-DA93DE8E7CE9}" dt="2024-06-18T06:28:03.708" v="25" actId="6549"/>
          <ac:spMkLst>
            <pc:docMk/>
            <pc:sldMk cId="0" sldId="256"/>
            <ac:spMk id="4099" creationId="{00000000-0000-0000-0000-000000000000}"/>
          </ac:spMkLst>
        </pc:spChg>
      </pc:sldChg>
      <pc:sldChg chg="modSp mod">
        <pc:chgData name="최경택" userId="1eb63b80-370a-4093-8446-3456bd89016c" providerId="ADAL" clId="{BF42106D-8CCE-4A96-9C76-DA93DE8E7CE9}" dt="2024-06-18T06:29:22.464" v="42" actId="6549"/>
        <pc:sldMkLst>
          <pc:docMk/>
          <pc:sldMk cId="0" sldId="265"/>
        </pc:sldMkLst>
        <pc:spChg chg="mod">
          <ac:chgData name="최경택" userId="1eb63b80-370a-4093-8446-3456bd89016c" providerId="ADAL" clId="{BF42106D-8CCE-4A96-9C76-DA93DE8E7CE9}" dt="2024-06-18T06:29:22.464" v="42" actId="6549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최경택" userId="1eb63b80-370a-4093-8446-3456bd89016c" providerId="ADAL" clId="{BF42106D-8CCE-4A96-9C76-DA93DE8E7CE9}" dt="2024-06-18T06:29:13.548" v="41" actId="6549"/>
        <pc:sldMkLst>
          <pc:docMk/>
          <pc:sldMk cId="0" sldId="280"/>
        </pc:sldMkLst>
        <pc:spChg chg="mod">
          <ac:chgData name="최경택" userId="1eb63b80-370a-4093-8446-3456bd89016c" providerId="ADAL" clId="{BF42106D-8CCE-4A96-9C76-DA93DE8E7CE9}" dt="2024-06-18T06:29:13.548" v="41" actId="6549"/>
          <ac:spMkLst>
            <pc:docMk/>
            <pc:sldMk cId="0" sldId="280"/>
            <ac:spMk id="2" creationId="{00000000-0000-0000-0000-000000000000}"/>
          </ac:spMkLst>
        </pc:spChg>
      </pc:sldChg>
    </pc:docChg>
  </pc:docChgLst>
  <pc:docChgLst>
    <pc:chgData name="경택 최" userId="1eb63b80-370a-4093-8446-3456bd89016c" providerId="ADAL" clId="{B6FF90E9-EDD4-425B-8FFE-F5CA57921DB9}"/>
    <pc:docChg chg="delSld modSld">
      <pc:chgData name="경택 최" userId="1eb63b80-370a-4093-8446-3456bd89016c" providerId="ADAL" clId="{B6FF90E9-EDD4-425B-8FFE-F5CA57921DB9}" dt="2023-07-25T00:50:42.682" v="9" actId="47"/>
      <pc:docMkLst>
        <pc:docMk/>
      </pc:docMkLst>
      <pc:sldChg chg="del">
        <pc:chgData name="경택 최" userId="1eb63b80-370a-4093-8446-3456bd89016c" providerId="ADAL" clId="{B6FF90E9-EDD4-425B-8FFE-F5CA57921DB9}" dt="2023-07-25T00:47:17.304" v="0" actId="47"/>
        <pc:sldMkLst>
          <pc:docMk/>
          <pc:sldMk cId="4140131169" sldId="316"/>
        </pc:sldMkLst>
      </pc:sldChg>
      <pc:sldChg chg="del">
        <pc:chgData name="경택 최" userId="1eb63b80-370a-4093-8446-3456bd89016c" providerId="ADAL" clId="{B6FF90E9-EDD4-425B-8FFE-F5CA57921DB9}" dt="2023-07-25T00:47:18.245" v="1" actId="47"/>
        <pc:sldMkLst>
          <pc:docMk/>
          <pc:sldMk cId="3654804710" sldId="317"/>
        </pc:sldMkLst>
      </pc:sldChg>
      <pc:sldChg chg="del">
        <pc:chgData name="경택 최" userId="1eb63b80-370a-4093-8446-3456bd89016c" providerId="ADAL" clId="{B6FF90E9-EDD4-425B-8FFE-F5CA57921DB9}" dt="2023-07-25T00:47:19.581" v="2" actId="47"/>
        <pc:sldMkLst>
          <pc:docMk/>
          <pc:sldMk cId="3319216016" sldId="318"/>
        </pc:sldMkLst>
      </pc:sldChg>
      <pc:sldChg chg="del">
        <pc:chgData name="경택 최" userId="1eb63b80-370a-4093-8446-3456bd89016c" providerId="ADAL" clId="{B6FF90E9-EDD4-425B-8FFE-F5CA57921DB9}" dt="2023-07-25T00:47:20.322" v="3" actId="47"/>
        <pc:sldMkLst>
          <pc:docMk/>
          <pc:sldMk cId="89385682" sldId="319"/>
        </pc:sldMkLst>
      </pc:sldChg>
      <pc:sldChg chg="del">
        <pc:chgData name="경택 최" userId="1eb63b80-370a-4093-8446-3456bd89016c" providerId="ADAL" clId="{B6FF90E9-EDD4-425B-8FFE-F5CA57921DB9}" dt="2023-07-25T00:47:21.417" v="4" actId="47"/>
        <pc:sldMkLst>
          <pc:docMk/>
          <pc:sldMk cId="4062480076" sldId="321"/>
        </pc:sldMkLst>
      </pc:sldChg>
      <pc:sldChg chg="modSp mod">
        <pc:chgData name="경택 최" userId="1eb63b80-370a-4093-8446-3456bd89016c" providerId="ADAL" clId="{B6FF90E9-EDD4-425B-8FFE-F5CA57921DB9}" dt="2023-07-25T00:48:25.724" v="5" actId="6549"/>
        <pc:sldMkLst>
          <pc:docMk/>
          <pc:sldMk cId="414033577" sldId="323"/>
        </pc:sldMkLst>
        <pc:spChg chg="mod">
          <ac:chgData name="경택 최" userId="1eb63b80-370a-4093-8446-3456bd89016c" providerId="ADAL" clId="{B6FF90E9-EDD4-425B-8FFE-F5CA57921DB9}" dt="2023-07-25T00:48:25.724" v="5" actId="6549"/>
          <ac:spMkLst>
            <pc:docMk/>
            <pc:sldMk cId="414033577" sldId="323"/>
            <ac:spMk id="6146" creationId="{00000000-0000-0000-0000-000000000000}"/>
          </ac:spMkLst>
        </pc:spChg>
      </pc:sldChg>
      <pc:sldChg chg="modSp del mod">
        <pc:chgData name="경택 최" userId="1eb63b80-370a-4093-8446-3456bd89016c" providerId="ADAL" clId="{B6FF90E9-EDD4-425B-8FFE-F5CA57921DB9}" dt="2023-07-25T00:50:42.682" v="9" actId="47"/>
        <pc:sldMkLst>
          <pc:docMk/>
          <pc:sldMk cId="1333092932" sldId="327"/>
        </pc:sldMkLst>
        <pc:spChg chg="mod">
          <ac:chgData name="경택 최" userId="1eb63b80-370a-4093-8446-3456bd89016c" providerId="ADAL" clId="{B6FF90E9-EDD4-425B-8FFE-F5CA57921DB9}" dt="2023-07-25T00:48:40.165" v="8" actId="20577"/>
          <ac:spMkLst>
            <pc:docMk/>
            <pc:sldMk cId="1333092932" sldId="327"/>
            <ac:spMk id="6146" creationId="{00000000-0000-0000-0000-000000000000}"/>
          </ac:spMkLst>
        </pc:spChg>
      </pc:sldChg>
    </pc:docChg>
  </pc:docChgLst>
  <pc:docChgLst>
    <pc:chgData name="최경택" userId="1eb63b80-370a-4093-8446-3456bd89016c" providerId="ADAL" clId="{446AFCD7-5E02-4770-9F06-EC021AF9E340}"/>
    <pc:docChg chg="undo custSel addSld delSld modSld">
      <pc:chgData name="최경택" userId="1eb63b80-370a-4093-8446-3456bd89016c" providerId="ADAL" clId="{446AFCD7-5E02-4770-9F06-EC021AF9E340}" dt="2024-07-12T12:26:29.004" v="4659"/>
      <pc:docMkLst>
        <pc:docMk/>
      </pc:docMkLst>
      <pc:sldChg chg="addSp delSp modSp mod">
        <pc:chgData name="최경택" userId="1eb63b80-370a-4093-8446-3456bd89016c" providerId="ADAL" clId="{446AFCD7-5E02-4770-9F06-EC021AF9E340}" dt="2024-07-12T12:02:40.051" v="912" actId="1076"/>
        <pc:sldMkLst>
          <pc:docMk/>
          <pc:sldMk cId="0" sldId="265"/>
        </pc:sldMkLst>
        <pc:spChg chg="del">
          <ac:chgData name="최경택" userId="1eb63b80-370a-4093-8446-3456bd89016c" providerId="ADAL" clId="{446AFCD7-5E02-4770-9F06-EC021AF9E340}" dt="2024-07-12T12:01:20.238" v="909" actId="478"/>
          <ac:spMkLst>
            <pc:docMk/>
            <pc:sldMk cId="0" sldId="265"/>
            <ac:spMk id="6" creationId="{00000000-0000-0000-0000-000000000000}"/>
          </ac:spMkLst>
        </pc:spChg>
        <pc:picChg chg="add mod">
          <ac:chgData name="최경택" userId="1eb63b80-370a-4093-8446-3456bd89016c" providerId="ADAL" clId="{446AFCD7-5E02-4770-9F06-EC021AF9E340}" dt="2024-07-12T12:02:40.051" v="912" actId="1076"/>
          <ac:picMkLst>
            <pc:docMk/>
            <pc:sldMk cId="0" sldId="265"/>
            <ac:picMk id="3" creationId="{E15EEF94-A43F-D833-6913-967401153532}"/>
          </ac:picMkLst>
        </pc:picChg>
      </pc:sldChg>
      <pc:sldChg chg="modSp mod">
        <pc:chgData name="최경택" userId="1eb63b80-370a-4093-8446-3456bd89016c" providerId="ADAL" clId="{446AFCD7-5E02-4770-9F06-EC021AF9E340}" dt="2024-07-12T12:01:13.684" v="908" actId="1076"/>
        <pc:sldMkLst>
          <pc:docMk/>
          <pc:sldMk cId="0" sldId="280"/>
        </pc:sldMkLst>
        <pc:spChg chg="mod">
          <ac:chgData name="최경택" userId="1eb63b80-370a-4093-8446-3456bd89016c" providerId="ADAL" clId="{446AFCD7-5E02-4770-9F06-EC021AF9E340}" dt="2024-07-12T12:01:13.684" v="908" actId="1076"/>
          <ac:spMkLst>
            <pc:docMk/>
            <pc:sldMk cId="0" sldId="280"/>
            <ac:spMk id="2" creationId="{00000000-0000-0000-0000-000000000000}"/>
          </ac:spMkLst>
        </pc:spChg>
      </pc:sldChg>
      <pc:sldChg chg="modSp mod">
        <pc:chgData name="최경택" userId="1eb63b80-370a-4093-8446-3456bd89016c" providerId="ADAL" clId="{446AFCD7-5E02-4770-9F06-EC021AF9E340}" dt="2024-07-12T11:53:09.773" v="31"/>
        <pc:sldMkLst>
          <pc:docMk/>
          <pc:sldMk cId="4187853847" sldId="283"/>
        </pc:sldMkLst>
        <pc:spChg chg="mod">
          <ac:chgData name="최경택" userId="1eb63b80-370a-4093-8446-3456bd89016c" providerId="ADAL" clId="{446AFCD7-5E02-4770-9F06-EC021AF9E340}" dt="2024-07-12T11:53:09.773" v="31"/>
          <ac:spMkLst>
            <pc:docMk/>
            <pc:sldMk cId="4187853847" sldId="283"/>
            <ac:spMk id="3" creationId="{00000000-0000-0000-0000-000000000000}"/>
          </ac:spMkLst>
        </pc:spChg>
      </pc:sldChg>
      <pc:sldChg chg="addSp modSp mod modAnim">
        <pc:chgData name="최경택" userId="1eb63b80-370a-4093-8446-3456bd89016c" providerId="ADAL" clId="{446AFCD7-5E02-4770-9F06-EC021AF9E340}" dt="2024-07-12T12:04:50.715" v="1012"/>
        <pc:sldMkLst>
          <pc:docMk/>
          <pc:sldMk cId="3652777137" sldId="320"/>
        </pc:sldMkLst>
        <pc:spChg chg="mod">
          <ac:chgData name="최경택" userId="1eb63b80-370a-4093-8446-3456bd89016c" providerId="ADAL" clId="{446AFCD7-5E02-4770-9F06-EC021AF9E340}" dt="2024-07-12T12:03:43.684" v="1000"/>
          <ac:spMkLst>
            <pc:docMk/>
            <pc:sldMk cId="3652777137" sldId="320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04:50.715" v="1012"/>
          <ac:spMkLst>
            <pc:docMk/>
            <pc:sldMk cId="3652777137" sldId="320"/>
            <ac:spMk id="6146" creationId="{00000000-0000-0000-0000-000000000000}"/>
          </ac:spMkLst>
        </pc:spChg>
        <pc:picChg chg="add mod">
          <ac:chgData name="최경택" userId="1eb63b80-370a-4093-8446-3456bd89016c" providerId="ADAL" clId="{446AFCD7-5E02-4770-9F06-EC021AF9E340}" dt="2024-07-12T12:04:30.739" v="1008" actId="1076"/>
          <ac:picMkLst>
            <pc:docMk/>
            <pc:sldMk cId="3652777137" sldId="320"/>
            <ac:picMk id="2" creationId="{AB0BF9EF-EC93-486E-C7FB-4860C4F7F4EF}"/>
          </ac:picMkLst>
        </pc:picChg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4068824504" sldId="322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414033577" sldId="323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1499906861" sldId="324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3780492460" sldId="325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2957128197" sldId="326"/>
        </pc:sldMkLst>
      </pc:sldChg>
      <pc:sldChg chg="modSp add mod">
        <pc:chgData name="최경택" userId="1eb63b80-370a-4093-8446-3456bd89016c" providerId="ADAL" clId="{446AFCD7-5E02-4770-9F06-EC021AF9E340}" dt="2024-07-12T12:18:00.567" v="3129"/>
        <pc:sldMkLst>
          <pc:docMk/>
          <pc:sldMk cId="124745092" sldId="327"/>
        </pc:sldMkLst>
        <pc:spChg chg="mod">
          <ac:chgData name="최경택" userId="1eb63b80-370a-4093-8446-3456bd89016c" providerId="ADAL" clId="{446AFCD7-5E02-4770-9F06-EC021AF9E340}" dt="2024-07-12T12:18:00.567" v="3129"/>
          <ac:spMkLst>
            <pc:docMk/>
            <pc:sldMk cId="124745092" sldId="327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1:53:26.738" v="45"/>
          <ac:spMkLst>
            <pc:docMk/>
            <pc:sldMk cId="124745092" sldId="327"/>
            <ac:spMk id="6146" creationId="{00000000-0000-0000-0000-000000000000}"/>
          </ac:spMkLst>
        </pc:spChg>
      </pc:sldChg>
      <pc:sldChg chg="addSp delSp modSp add mod">
        <pc:chgData name="최경택" userId="1eb63b80-370a-4093-8446-3456bd89016c" providerId="ADAL" clId="{446AFCD7-5E02-4770-9F06-EC021AF9E340}" dt="2024-07-12T12:03:12.386" v="918" actId="1076"/>
        <pc:sldMkLst>
          <pc:docMk/>
          <pc:sldMk cId="1366064776" sldId="328"/>
        </pc:sldMkLst>
        <pc:picChg chg="del">
          <ac:chgData name="최경택" userId="1eb63b80-370a-4093-8446-3456bd89016c" providerId="ADAL" clId="{446AFCD7-5E02-4770-9F06-EC021AF9E340}" dt="2024-07-12T12:02:47.997" v="914" actId="478"/>
          <ac:picMkLst>
            <pc:docMk/>
            <pc:sldMk cId="1366064776" sldId="328"/>
            <ac:picMk id="3" creationId="{E15EEF94-A43F-D833-6913-967401153532}"/>
          </ac:picMkLst>
        </pc:picChg>
        <pc:picChg chg="add mod">
          <ac:chgData name="최경택" userId="1eb63b80-370a-4093-8446-3456bd89016c" providerId="ADAL" clId="{446AFCD7-5E02-4770-9F06-EC021AF9E340}" dt="2024-07-12T12:03:12.386" v="918" actId="1076"/>
          <ac:picMkLst>
            <pc:docMk/>
            <pc:sldMk cId="1366064776" sldId="328"/>
            <ac:picMk id="4" creationId="{4C98C942-9ABA-97D3-5DF2-5FF72375C860}"/>
          </ac:picMkLst>
        </pc:picChg>
      </pc:sldChg>
      <pc:sldChg chg="delSp modSp add mod delAnim">
        <pc:chgData name="최경택" userId="1eb63b80-370a-4093-8446-3456bd89016c" providerId="ADAL" clId="{446AFCD7-5E02-4770-9F06-EC021AF9E340}" dt="2024-07-12T12:11:15.647" v="1987" actId="20577"/>
        <pc:sldMkLst>
          <pc:docMk/>
          <pc:sldMk cId="2627288935" sldId="329"/>
        </pc:sldMkLst>
        <pc:spChg chg="mod">
          <ac:chgData name="최경택" userId="1eb63b80-370a-4093-8446-3456bd89016c" providerId="ADAL" clId="{446AFCD7-5E02-4770-9F06-EC021AF9E340}" dt="2024-07-12T12:11:15.647" v="1987" actId="20577"/>
          <ac:spMkLst>
            <pc:docMk/>
            <pc:sldMk cId="2627288935" sldId="329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05:21.140" v="1086"/>
          <ac:spMkLst>
            <pc:docMk/>
            <pc:sldMk cId="2627288935" sldId="329"/>
            <ac:spMk id="6146" creationId="{00000000-0000-0000-0000-000000000000}"/>
          </ac:spMkLst>
        </pc:spChg>
        <pc:picChg chg="del">
          <ac:chgData name="최경택" userId="1eb63b80-370a-4093-8446-3456bd89016c" providerId="ADAL" clId="{446AFCD7-5E02-4770-9F06-EC021AF9E340}" dt="2024-07-12T12:05:21.928" v="1087" actId="478"/>
          <ac:picMkLst>
            <pc:docMk/>
            <pc:sldMk cId="2627288935" sldId="329"/>
            <ac:picMk id="2" creationId="{AB0BF9EF-EC93-486E-C7FB-4860C4F7F4EF}"/>
          </ac:picMkLst>
        </pc:picChg>
      </pc:sldChg>
      <pc:sldChg chg="modSp add mod">
        <pc:chgData name="최경택" userId="1eb63b80-370a-4093-8446-3456bd89016c" providerId="ADAL" clId="{446AFCD7-5E02-4770-9F06-EC021AF9E340}" dt="2024-07-12T12:16:44.778" v="3028"/>
        <pc:sldMkLst>
          <pc:docMk/>
          <pc:sldMk cId="399432541" sldId="330"/>
        </pc:sldMkLst>
        <pc:spChg chg="mod">
          <ac:chgData name="최경택" userId="1eb63b80-370a-4093-8446-3456bd89016c" providerId="ADAL" clId="{446AFCD7-5E02-4770-9F06-EC021AF9E340}" dt="2024-07-12T12:16:44.778" v="3028"/>
          <ac:spMkLst>
            <pc:docMk/>
            <pc:sldMk cId="399432541" sldId="330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11:28.537" v="1990" actId="20577"/>
          <ac:spMkLst>
            <pc:docMk/>
            <pc:sldMk cId="399432541" sldId="330"/>
            <ac:spMk id="6146" creationId="{00000000-0000-0000-0000-000000000000}"/>
          </ac:spMkLst>
        </pc:spChg>
      </pc:sldChg>
      <pc:sldChg chg="modSp add mod">
        <pc:chgData name="최경택" userId="1eb63b80-370a-4093-8446-3456bd89016c" providerId="ADAL" clId="{446AFCD7-5E02-4770-9F06-EC021AF9E340}" dt="2024-07-12T12:26:29.004" v="4659"/>
        <pc:sldMkLst>
          <pc:docMk/>
          <pc:sldMk cId="1100289276" sldId="331"/>
        </pc:sldMkLst>
        <pc:spChg chg="mod">
          <ac:chgData name="최경택" userId="1eb63b80-370a-4093-8446-3456bd89016c" providerId="ADAL" clId="{446AFCD7-5E02-4770-9F06-EC021AF9E340}" dt="2024-07-12T12:26:29.004" v="4659"/>
          <ac:spMkLst>
            <pc:docMk/>
            <pc:sldMk cId="1100289276" sldId="331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18:38.323" v="3254" actId="6549"/>
          <ac:spMkLst>
            <pc:docMk/>
            <pc:sldMk cId="1100289276" sldId="331"/>
            <ac:spMk id="61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07A3155-E808-4E9B-914E-2CCF078545A3}" type="datetimeFigureOut">
              <a:rPr lang="ko-KR" altLang="en-US"/>
              <a:pPr>
                <a:defRPr/>
              </a:pPr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FA7D75C-20F4-405C-BC08-1D6132BED5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인사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현재 산업현장에서 트랜드 </a:t>
            </a:r>
            <a:r>
              <a:rPr lang="en-US" altLang="ko-KR"/>
              <a:t>-&gt; IoT </a:t>
            </a:r>
            <a:r>
              <a:rPr lang="ko-KR" altLang="en-US"/>
              <a:t>를 통한 </a:t>
            </a:r>
            <a:r>
              <a:rPr lang="en-US" altLang="ko-KR"/>
              <a:t>Home Appliance</a:t>
            </a:r>
            <a:r>
              <a:rPr lang="ko-KR" altLang="en-US"/>
              <a:t>의 시스템 </a:t>
            </a:r>
            <a:r>
              <a:rPr lang="en-US" altLang="ko-KR"/>
              <a:t>Integration </a:t>
            </a:r>
          </a:p>
          <a:p>
            <a:endParaRPr lang="en-US" altLang="ko-KR"/>
          </a:p>
          <a:p>
            <a:r>
              <a:rPr lang="ko-KR" altLang="en-US"/>
              <a:t>특히 </a:t>
            </a:r>
            <a:r>
              <a:rPr lang="en-US" altLang="ko-KR"/>
              <a:t>BT / Wifi </a:t>
            </a:r>
            <a:r>
              <a:rPr lang="ko-KR" altLang="en-US"/>
              <a:t>망에서 다양한 </a:t>
            </a:r>
            <a:r>
              <a:rPr lang="en-US" altLang="ko-KR"/>
              <a:t>Device</a:t>
            </a:r>
            <a:r>
              <a:rPr lang="ko-KR" altLang="en-US"/>
              <a:t>의 구분 및 연결성에 대한 연구가 한창 진행중이다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3ADAE9C9-9014-43DC-A86F-BCD0FD038E21}" type="slidenum">
              <a:rPr lang="ko-KR" altLang="en-US"/>
              <a:pPr eaLnBrk="1" hangingPunct="1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0"/>
            <a:ext cx="1560512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63" y="260350"/>
            <a:ext cx="101441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850" y="6453188"/>
            <a:ext cx="13509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89EA2-C971-44AE-9F4D-39D5FC5D928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943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 userDrawn="1"/>
        </p:nvSpPr>
        <p:spPr bwMode="auto">
          <a:xfrm>
            <a:off x="-7938" y="971550"/>
            <a:ext cx="9144001" cy="0"/>
          </a:xfrm>
          <a:prstGeom prst="line">
            <a:avLst/>
          </a:prstGeom>
          <a:noFill/>
          <a:ln w="22225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0"/>
            <a:ext cx="8597900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D:\1_홍보실업무\3_홍보매체 오션_360_줌인_서비스\3_대가대오션\등록콘텐츠\현수막-일반가로\분리이미지\무늬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2341563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D:\1_홍보실업무\3_홍보매체 오션_360_줌인_서비스\3_대가대오션\등록콘텐츠\대학UI영문한글조합\20170609\18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220663"/>
            <a:ext cx="9969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 descr="D:\1_홍보실업무\3_홍보매체 오션_360_줌인_서비스\3_대가대오션\등록콘텐츠\대학UI영문한글조합\20170609\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00" y="220663"/>
            <a:ext cx="56515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038" y="116632"/>
            <a:ext cx="8229600" cy="456456"/>
          </a:xfrm>
        </p:spPr>
        <p:txBody>
          <a:bodyPr/>
          <a:lstStyle>
            <a:lvl1pPr algn="l">
              <a:defRPr sz="3200" b="1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02463" y="6605588"/>
            <a:ext cx="2133600" cy="234950"/>
          </a:xfrm>
        </p:spPr>
        <p:txBody>
          <a:bodyPr/>
          <a:lstStyle>
            <a:lvl1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8FE362-89BD-40AC-9FD7-860F9A018FC5}" type="slidenum">
              <a:rPr lang="en-US" altLang="ko-KR"/>
              <a:pPr/>
              <a:t>‹#›</a:t>
            </a:fld>
            <a:r>
              <a:rPr lang="en-US" altLang="ko-KR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74588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41D9A1-1705-4854-81B0-7AF04B1539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467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509446-6369-4E01-A1A9-AD02F6F9EA9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587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56F3AE-A53E-41C5-BA70-2892799463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5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43B0F-E470-4238-99BF-A47F2885D6E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170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66A728-A127-461F-B95F-951EDFE6590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72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4B193D-19E2-42E4-A9B8-D7749CA3286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608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42FCF9-A470-4CA6-82E4-DEC28A47C9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360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90FFE0-6373-4D72-BF26-1E53BF89AC0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95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3DCD0-1DBE-4564-8BD2-4745BCB0B5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4305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KoPub돋움체_Pro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039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32219-5F3D-7F43-849E-768B69F61FFB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641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32219-5F3D-7F43-849E-768B69F61FFB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845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62BFA-C828-2446-9B72-82AD7C7C4D28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47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62BFA-C828-2446-9B72-82AD7C7C4D28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88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7833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40C587-CD89-8C40-AE01-36B25C2FD636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1828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4BB27-D512-944F-BD47-D639527B0043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182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C7D68E-693D-9C49-A798-620CA0EADA7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03CD29-3FF4-6D4C-91CD-B76B0411C46D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516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6E382E-3682-864D-BAAA-426D382364D6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F1395-DF07-7644-8D70-6CD057F69345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609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F553F-D6CF-024A-83E8-16C5ACBDBF0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706A-52FD-E64D-AE1E-7C9D69A6BCFF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0545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B569C-1EA5-424B-AEC8-7C697A5412D8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21BB04-64BC-524B-8E69-A4BB3B716DBF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692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1C33E-41CC-7144-9EE9-6BB47BFC27EB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41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BEBC88-5945-6548-81AC-D1E801230918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5789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7FCC0-BCF1-7F40-94F0-C8B3ACD33893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9012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A98B9-3ABE-A242-9F6B-DA9BAB124A35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6125628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05156-B5F0-8F44-9B3B-B829BD25E71A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200998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B5F46-2B7F-5B4D-AD94-C45166DC40CF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1602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7C3E9F-FCDE-664F-9336-1ABBAA0EA927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4026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4955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868483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4DA2EC-FE51-234C-8874-87F532D5C722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0153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6BB0B-C07A-EF4C-ADBF-B404E3B41965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195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0531E-1DA2-B34A-93A6-C570B815175C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4200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E4664-5CFD-1A4D-9B41-76CFD729FE90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168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762611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04192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0170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04848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62BFA-C828-2446-9B72-82AD7C7C4D28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612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70621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40C587-CD89-8C40-AE01-36B25C2FD636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4436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4BB27-D512-944F-BD47-D639527B004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1486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C7D68E-693D-9C49-A798-620CA0EADA79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03CD29-3FF4-6D4C-91CD-B76B0411C46D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2178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6E382E-3682-864D-BAAA-426D382364D6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F1395-DF07-7644-8D70-6CD057F69345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91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F553F-D6CF-024A-83E8-16C5ACBDBF0C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706A-52FD-E64D-AE1E-7C9D69A6BCF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30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B569C-1EA5-424B-AEC8-7C697A5412D8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21BB04-64BC-524B-8E69-A4BB3B716DB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860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1C33E-41CC-7144-9EE9-6BB47BFC27EB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052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BEBC88-5945-6548-81AC-D1E801230918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8581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7FCC0-BCF1-7F40-94F0-C8B3ACD3389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9836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A98B9-3ABE-A242-9F6B-DA9BAB124A3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1646336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05156-B5F0-8F44-9B3B-B829BD25E71A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8447991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B5F46-2B7F-5B4D-AD94-C45166DC40C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6671908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7C3E9F-FCDE-664F-9336-1ABBAA0EA92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93530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3679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29064183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4DA2EC-FE51-234C-8874-87F532D5C722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5064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6BB0B-C07A-EF4C-ADBF-B404E3B4196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5478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0531E-1DA2-B34A-93A6-C570B815175C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5080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E4664-5CFD-1A4D-9B41-76CFD729FE90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57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image" Target="../media/image8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image" Target="../media/image8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ECE574-4AFE-49DA-97ED-19E6DFCF60C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6" r:id="rId1"/>
    <p:sldLayoutId id="2147484337" r:id="rId2"/>
    <p:sldLayoutId id="2147484327" r:id="rId3"/>
    <p:sldLayoutId id="2147484328" r:id="rId4"/>
    <p:sldLayoutId id="2147484329" r:id="rId5"/>
    <p:sldLayoutId id="2147484330" r:id="rId6"/>
    <p:sldLayoutId id="2147484331" r:id="rId7"/>
    <p:sldLayoutId id="2147484332" r:id="rId8"/>
    <p:sldLayoutId id="2147484333" r:id="rId9"/>
    <p:sldLayoutId id="2147484334" r:id="rId10"/>
    <p:sldLayoutId id="2147484335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F5F5AC-42C6-7943-932B-3849F0E3EB5C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95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9" r:id="rId1"/>
    <p:sldLayoutId id="2147484340" r:id="rId2"/>
    <p:sldLayoutId id="2147484341" r:id="rId3"/>
    <p:sldLayoutId id="2147484342" r:id="rId4"/>
    <p:sldLayoutId id="2147484343" r:id="rId5"/>
    <p:sldLayoutId id="2147484344" r:id="rId6"/>
    <p:sldLayoutId id="2147484345" r:id="rId7"/>
    <p:sldLayoutId id="2147484346" r:id="rId8"/>
    <p:sldLayoutId id="2147484347" r:id="rId9"/>
    <p:sldLayoutId id="2147484348" r:id="rId10"/>
    <p:sldLayoutId id="2147484349" r:id="rId11"/>
    <p:sldLayoutId id="2147484350" r:id="rId12"/>
    <p:sldLayoutId id="2147484351" r:id="rId13"/>
    <p:sldLayoutId id="2147484352" r:id="rId14"/>
    <p:sldLayoutId id="2147484353" r:id="rId15"/>
    <p:sldLayoutId id="2147484354" r:id="rId16"/>
    <p:sldLayoutId id="2147484355" r:id="rId17"/>
    <p:sldLayoutId id="2147484356" r:id="rId18"/>
    <p:sldLayoutId id="2147484357" r:id="rId19"/>
    <p:sldLayoutId id="2147484358" r:id="rId20"/>
    <p:sldLayoutId id="2147484359" r:id="rId21"/>
    <p:sldLayoutId id="2147484360" r:id="rId22"/>
    <p:sldLayoutId id="2147484361" r:id="rId23"/>
    <p:sldLayoutId id="2147484362" r:id="rId24"/>
    <p:sldLayoutId id="2147484363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514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5" r:id="rId1"/>
    <p:sldLayoutId id="2147484366" r:id="rId2"/>
    <p:sldLayoutId id="2147484367" r:id="rId3"/>
    <p:sldLayoutId id="2147484368" r:id="rId4"/>
    <p:sldLayoutId id="2147484369" r:id="rId5"/>
    <p:sldLayoutId id="2147484370" r:id="rId6"/>
    <p:sldLayoutId id="2147484371" r:id="rId7"/>
    <p:sldLayoutId id="2147484372" r:id="rId8"/>
    <p:sldLayoutId id="2147484373" r:id="rId9"/>
    <p:sldLayoutId id="2147484374" r:id="rId10"/>
    <p:sldLayoutId id="2147484375" r:id="rId11"/>
    <p:sldLayoutId id="2147484376" r:id="rId12"/>
    <p:sldLayoutId id="2147484377" r:id="rId13"/>
    <p:sldLayoutId id="2147484378" r:id="rId14"/>
    <p:sldLayoutId id="2147484379" r:id="rId15"/>
    <p:sldLayoutId id="2147484380" r:id="rId16"/>
    <p:sldLayoutId id="2147484381" r:id="rId17"/>
    <p:sldLayoutId id="2147484382" r:id="rId18"/>
    <p:sldLayoutId id="2147484383" r:id="rId19"/>
    <p:sldLayoutId id="2147484384" r:id="rId20"/>
    <p:sldLayoutId id="2147484385" r:id="rId21"/>
    <p:sldLayoutId id="2147484386" r:id="rId22"/>
    <p:sldLayoutId id="2147484387" r:id="rId23"/>
    <p:sldLayoutId id="2147484388" r:id="rId24"/>
    <p:sldLayoutId id="2147484389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xI7kOkBawc&amp;t=27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oiKyoungtaek/AICA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4"/>
          <p:cNvSpPr>
            <a:spLocks noChangeShapeType="1"/>
          </p:cNvSpPr>
          <p:nvPr/>
        </p:nvSpPr>
        <p:spPr bwMode="auto">
          <a:xfrm>
            <a:off x="411163" y="4005263"/>
            <a:ext cx="8350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573309" y="1628800"/>
            <a:ext cx="6800850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>
            <a:spAutoFit/>
          </a:bodyPr>
          <a:lstStyle/>
          <a:p>
            <a:pPr algn="ctr" eaLnBrk="0" latinLnBrk="0" hangingPunct="0">
              <a:defRPr/>
            </a:pPr>
            <a:r>
              <a:rPr lang="ko-KR" alt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고교특강</a:t>
            </a:r>
            <a:endParaRPr lang="en-US" altLang="ko-KR" sz="5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7589838" y="4005263"/>
            <a:ext cx="1223962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76263" y="4257347"/>
            <a:ext cx="6800850" cy="1668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>
            <a:spAutoFit/>
          </a:bodyPr>
          <a:lstStyle/>
          <a:p>
            <a:pPr algn="ctr" eaLnBrk="0" latinLnBrk="0" hangingPunct="0">
              <a:lnSpc>
                <a:spcPct val="150000"/>
              </a:lnSpc>
              <a:defRPr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대구가톨릭대학교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 algn="ctr" eaLnBrk="0" latinLnBrk="0" hangingPunct="0"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로봇공학과</a:t>
            </a:r>
            <a:endParaRPr lang="en-US" altLang="ko-KR" sz="240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 algn="ctr" eaLnBrk="0" latinLnBrk="0" hangingPunct="0">
              <a:lnSpc>
                <a:spcPct val="150000"/>
              </a:lnSpc>
              <a:defRPr/>
            </a:pP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최경택</a:t>
            </a: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)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1650" y="1357313"/>
            <a:ext cx="8280400" cy="502443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8313" y="1446213"/>
            <a:ext cx="7991475" cy="4710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algn="just" defTabSz="487363" latinLnBrk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본 저작물은 저작권법 제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25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조 수업목적 저작물 이용 보상금제도에 의거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한국복제전송저작권협회와 약정을 체결하고 적법하게 이용하고 있습니다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약정범위를 초과하는 사용은 저작권법에 저촉될 수 있으므로 저작물의 </a:t>
            </a:r>
            <a:r>
              <a:rPr lang="ko-KR" altLang="en-US" sz="2000" u="sng" kern="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재 복제 및 수업 목적 외의 사용을 금지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합니다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000" kern="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358775" algn="ctr" defTabSz="487363" latinLnBrk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대구가톨릭대학교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한국복제전송저작권협회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34EB-244C-6C17-16B0-2D677E34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044DF776-F0FF-1AA2-57E4-A4F867C9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2500">
                <a:solidFill>
                  <a:srgbClr val="000066"/>
                </a:solidFill>
              </a:rPr>
              <a:t>	</a:t>
            </a:r>
            <a:r>
              <a:rPr lang="ko-KR" altLang="en-US" sz="2500">
                <a:solidFill>
                  <a:srgbClr val="000066"/>
                </a:solidFill>
              </a:rPr>
              <a:t>팬틸트 </a:t>
            </a:r>
            <a:r>
              <a:rPr lang="en-US" altLang="ko-KR" sz="2500">
                <a:solidFill>
                  <a:srgbClr val="000066"/>
                </a:solidFill>
              </a:rPr>
              <a:t>KIT</a:t>
            </a:r>
            <a:endParaRPr lang="ko-KR" altLang="en-US" sz="2500">
              <a:solidFill>
                <a:srgbClr val="00006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4AD8594-93FB-6093-2A7A-B8F7F532D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001"/>
            <a:ext cx="8229600" cy="1559935"/>
          </a:xfrm>
        </p:spPr>
        <p:txBody>
          <a:bodyPr/>
          <a:lstStyle/>
          <a:p>
            <a:r>
              <a:rPr lang="ko-KR" altLang="en-US" sz="2000"/>
              <a:t>드라이버 보드와 </a:t>
            </a:r>
            <a:r>
              <a:rPr lang="en-US" altLang="ko-KR" sz="2000"/>
              <a:t>2</a:t>
            </a:r>
            <a:r>
              <a:rPr lang="ko-KR" altLang="en-US" sz="2000"/>
              <a:t>개의 서보모터로 구성</a:t>
            </a:r>
            <a:endParaRPr lang="en-US" altLang="ko-KR" sz="20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673760-DCCF-207D-43CB-448F5756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56453"/>
            <a:ext cx="3056323" cy="32403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D046D8-8224-6137-B999-AC352C6C1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356453"/>
            <a:ext cx="3047798" cy="32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9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35DD-82F2-2355-2110-4556E70F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ACA4BFE8-B8D2-BF39-906A-DF075E64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조립 가이드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5B2C12-8BB9-4AFF-2304-735F3A81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카메라 제외하고 팬틸트 조립만 하세요</a:t>
            </a:r>
            <a:r>
              <a:rPr lang="en-US" altLang="ko-KR"/>
              <a:t>.</a:t>
            </a:r>
            <a:endParaRPr lang="en-US" altLang="ko-KR">
              <a:hlinkClick r:id="rId2"/>
            </a:endParaRPr>
          </a:p>
          <a:p>
            <a:r>
              <a:rPr lang="en-US" altLang="ko-KR">
                <a:hlinkClick r:id="rId2"/>
              </a:rPr>
              <a:t>https://www.youtube.com/watch?v=4xI7kOkBawc&amp;t=27s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4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A80C-3F47-6C38-CA29-E7FDEECF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4C290DC6-5973-C326-DCD2-B49EAD28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2500">
                <a:solidFill>
                  <a:srgbClr val="000066"/>
                </a:solidFill>
              </a:rPr>
              <a:t>	</a:t>
            </a:r>
            <a:r>
              <a:rPr lang="ko-KR" altLang="en-US" sz="2500">
                <a:solidFill>
                  <a:srgbClr val="000066"/>
                </a:solidFill>
              </a:rPr>
              <a:t>서보</a:t>
            </a:r>
            <a:r>
              <a:rPr lang="en-US" altLang="ko-KR" sz="2500">
                <a:solidFill>
                  <a:srgbClr val="000066"/>
                </a:solidFill>
              </a:rPr>
              <a:t>(Servo)</a:t>
            </a:r>
            <a:r>
              <a:rPr lang="ko-KR" altLang="en-US" sz="2500">
                <a:solidFill>
                  <a:srgbClr val="000066"/>
                </a:solidFill>
              </a:rPr>
              <a:t>모터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0107ECA-05A9-8F91-CC23-E9E91770E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9313"/>
            <a:ext cx="8229600" cy="623831"/>
          </a:xfrm>
        </p:spPr>
        <p:txBody>
          <a:bodyPr/>
          <a:lstStyle/>
          <a:p>
            <a:r>
              <a:rPr lang="ko-KR" altLang="en-US" sz="2000"/>
              <a:t>서보모터</a:t>
            </a:r>
            <a:r>
              <a:rPr lang="en-US" altLang="ko-KR" sz="2000"/>
              <a:t>(Servo</a:t>
            </a:r>
            <a:r>
              <a:rPr lang="ko-KR" altLang="en-US" sz="2000"/>
              <a:t> </a:t>
            </a:r>
            <a:r>
              <a:rPr lang="en-US" altLang="ko-KR" sz="2000"/>
              <a:t>Motor)</a:t>
            </a:r>
            <a:r>
              <a:rPr lang="ko-KR" altLang="en-US" sz="2000"/>
              <a:t>는 모터와 제어구동보드가 포함된 것을 뜻함</a:t>
            </a:r>
            <a:endParaRPr lang="en-US" altLang="ko-KR" sz="2000"/>
          </a:p>
          <a:p>
            <a:pPr lvl="1"/>
            <a:r>
              <a:rPr lang="ko-KR" altLang="en-US" sz="1600"/>
              <a:t>특정 각도나 위치를 제어 </a:t>
            </a:r>
            <a:r>
              <a:rPr lang="en-US" altLang="ko-KR" sz="1600"/>
              <a:t>(0~180</a:t>
            </a:r>
            <a:r>
              <a:rPr lang="ko-KR" altLang="en-US" sz="1600"/>
              <a:t>도 사이의 각도 정밀제어</a:t>
            </a:r>
            <a:r>
              <a:rPr lang="en-US" altLang="ko-KR" sz="1600"/>
              <a:t>)</a:t>
            </a:r>
          </a:p>
          <a:p>
            <a:pPr lvl="1"/>
            <a:r>
              <a:rPr lang="ko-KR" altLang="en-US" sz="1600"/>
              <a:t>모터</a:t>
            </a:r>
            <a:r>
              <a:rPr lang="en-US" altLang="ko-KR" sz="1600"/>
              <a:t>(DC) : </a:t>
            </a:r>
            <a:r>
              <a:rPr lang="ko-KR" altLang="en-US" sz="1600"/>
              <a:t>회전력 생성</a:t>
            </a:r>
            <a:endParaRPr lang="en-US" altLang="ko-KR" sz="1600"/>
          </a:p>
          <a:p>
            <a:pPr lvl="1"/>
            <a:r>
              <a:rPr lang="ko-KR" altLang="en-US" sz="1600"/>
              <a:t>감속기</a:t>
            </a:r>
            <a:r>
              <a:rPr lang="en-US" altLang="ko-KR" sz="1600"/>
              <a:t>(</a:t>
            </a:r>
            <a:r>
              <a:rPr lang="ko-KR" altLang="en-US" sz="1600"/>
              <a:t>기어박스</a:t>
            </a:r>
            <a:r>
              <a:rPr lang="en-US" altLang="ko-KR" sz="1600"/>
              <a:t>) : </a:t>
            </a:r>
            <a:r>
              <a:rPr lang="ko-KR" altLang="en-US" sz="1600"/>
              <a:t>기어를 통해서 회전속도를 감속시키고 힘을 증대</a:t>
            </a:r>
            <a:endParaRPr lang="en-US" altLang="ko-KR" sz="1600"/>
          </a:p>
          <a:p>
            <a:pPr lvl="1"/>
            <a:r>
              <a:rPr lang="ko-KR" altLang="en-US" sz="1600"/>
              <a:t>제어회로 </a:t>
            </a:r>
            <a:r>
              <a:rPr lang="en-US" altLang="ko-KR" sz="1600"/>
              <a:t>: </a:t>
            </a:r>
            <a:r>
              <a:rPr lang="ko-KR" altLang="en-US" sz="1600"/>
              <a:t>모터의 회전방향 각도 조절</a:t>
            </a:r>
            <a:endParaRPr lang="en-US" altLang="ko-KR" sz="1600"/>
          </a:p>
          <a:p>
            <a:pPr lvl="1"/>
            <a:r>
              <a:rPr lang="ko-KR" altLang="en-US" sz="1600"/>
              <a:t>포텐셔미터</a:t>
            </a:r>
            <a:r>
              <a:rPr lang="en-US" altLang="ko-KR" sz="1600"/>
              <a:t>(</a:t>
            </a:r>
            <a:r>
              <a:rPr lang="ko-KR" altLang="en-US" sz="1600"/>
              <a:t>또는 엔코더</a:t>
            </a:r>
            <a:r>
              <a:rPr lang="en-US" altLang="ko-KR" sz="1600"/>
              <a:t>): </a:t>
            </a:r>
            <a:r>
              <a:rPr lang="ko-KR" altLang="en-US" sz="1600"/>
              <a:t>현재의 회전각을 알 수 있는 장치</a:t>
            </a:r>
            <a:endParaRPr lang="en-US" altLang="ko-KR" sz="1600"/>
          </a:p>
          <a:p>
            <a:pPr lvl="1"/>
            <a:endParaRPr lang="ko-KR" altLang="en-US" sz="1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2CF05F-F4A9-8585-7EAE-9A89D37A9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9040"/>
            <a:ext cx="5443977" cy="21915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71B87D-A2D3-5662-DBD8-233A88A1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3429000"/>
            <a:ext cx="2916972" cy="2736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E291C5-9EA4-A1A2-3564-F4A12DB1FD56}"/>
              </a:ext>
            </a:extLst>
          </p:cNvPr>
          <p:cNvSpPr txBox="1"/>
          <p:nvPr/>
        </p:nvSpPr>
        <p:spPr>
          <a:xfrm>
            <a:off x="233764" y="371703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명령유닛</a:t>
            </a:r>
            <a:endParaRPr lang="en-US" altLang="ko-KR" sz="1200" b="1"/>
          </a:p>
          <a:p>
            <a:pPr algn="ctr"/>
            <a:r>
              <a:rPr lang="en-US" altLang="ko-KR" sz="1200" b="1"/>
              <a:t>(</a:t>
            </a:r>
            <a:r>
              <a:rPr lang="ko-KR" altLang="en-US" sz="1200" b="1"/>
              <a:t>모터드라이버</a:t>
            </a:r>
            <a:r>
              <a:rPr lang="en-US" altLang="ko-KR" sz="1200" b="1"/>
              <a:t>)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427019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AA91-2FDA-DBC0-7986-317BF975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CA669882-E4C3-4BCA-8D4A-1F44C47E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모터 드라이버 보드</a:t>
            </a:r>
            <a:r>
              <a:rPr lang="en-US" altLang="ko-KR" sz="2500">
                <a:solidFill>
                  <a:srgbClr val="000066"/>
                </a:solidFill>
              </a:rPr>
              <a:t> </a:t>
            </a:r>
            <a:r>
              <a:rPr lang="ko-KR" altLang="en-US" sz="2500">
                <a:solidFill>
                  <a:srgbClr val="000066"/>
                </a:solidFill>
              </a:rPr>
              <a:t>역할 및 핀 설명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EC5B1F4-A7F4-15DF-6C66-78AE85568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9313"/>
            <a:ext cx="8229600" cy="623831"/>
          </a:xfrm>
        </p:spPr>
        <p:txBody>
          <a:bodyPr/>
          <a:lstStyle/>
          <a:p>
            <a:r>
              <a:rPr lang="ko-KR" altLang="en-US" sz="2000"/>
              <a:t>모터 드라이버 보드</a:t>
            </a:r>
            <a:endParaRPr lang="en-US" altLang="ko-KR" sz="2000"/>
          </a:p>
          <a:p>
            <a:pPr lvl="1"/>
            <a:r>
              <a:rPr lang="en-US" altLang="ko-KR" sz="1600"/>
              <a:t>I2C</a:t>
            </a:r>
            <a:r>
              <a:rPr lang="ko-KR" altLang="en-US" sz="1600"/>
              <a:t>통신</a:t>
            </a:r>
            <a:r>
              <a:rPr lang="en-US" altLang="ko-KR" sz="1600"/>
              <a:t>(</a:t>
            </a:r>
            <a:r>
              <a:rPr lang="ko-KR" altLang="en-US" sz="1600"/>
              <a:t>시리얼 통신 일종</a:t>
            </a:r>
            <a:r>
              <a:rPr lang="en-US" altLang="ko-KR" sz="1600"/>
              <a:t>)</a:t>
            </a:r>
            <a:r>
              <a:rPr lang="ko-KR" altLang="en-US" sz="1600"/>
              <a:t>을 통해 모터에 대한 각도명령 수신</a:t>
            </a:r>
            <a:endParaRPr lang="en-US" altLang="ko-KR" sz="1600"/>
          </a:p>
          <a:p>
            <a:pPr lvl="2"/>
            <a:r>
              <a:rPr lang="ko-KR" altLang="en-US" sz="1200"/>
              <a:t>각도명령을 </a:t>
            </a:r>
            <a:r>
              <a:rPr lang="en-US" altLang="ko-KR" sz="1200"/>
              <a:t>PWM</a:t>
            </a:r>
            <a:r>
              <a:rPr lang="ko-KR" altLang="en-US" sz="1200"/>
              <a:t>제어 신호로 변경 서보모터에 전달</a:t>
            </a:r>
            <a:endParaRPr lang="en-US" altLang="ko-KR" sz="1200"/>
          </a:p>
          <a:p>
            <a:pPr lvl="1"/>
            <a:r>
              <a:rPr lang="ko-KR" altLang="en-US" sz="1600"/>
              <a:t>서보모터에 전원 공급</a:t>
            </a:r>
            <a:endParaRPr lang="en-US" altLang="ko-KR" sz="1600"/>
          </a:p>
          <a:p>
            <a:pPr lvl="1"/>
            <a:endParaRPr lang="ko-KR" altLang="en-US" sz="16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779EFD-A6BA-1608-69CE-387C855D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636912"/>
            <a:ext cx="4176464" cy="3762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2D97C9-1C5F-574D-DD84-56F55BE7204E}"/>
              </a:ext>
            </a:extLst>
          </p:cNvPr>
          <p:cNvSpPr txBox="1"/>
          <p:nvPr/>
        </p:nvSpPr>
        <p:spPr>
          <a:xfrm>
            <a:off x="4283968" y="2852936"/>
            <a:ext cx="486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옆면 </a:t>
            </a:r>
            <a:r>
              <a:rPr lang="en-US" altLang="ko-KR"/>
              <a:t>S(</a:t>
            </a:r>
            <a:r>
              <a:rPr lang="ko-KR" altLang="en-US"/>
              <a:t>백색</a:t>
            </a:r>
            <a:r>
              <a:rPr lang="en-US" altLang="ko-KR"/>
              <a:t>), V(</a:t>
            </a:r>
            <a:r>
              <a:rPr lang="ko-KR" altLang="en-US"/>
              <a:t>적색</a:t>
            </a:r>
            <a:r>
              <a:rPr lang="en-US" altLang="ko-KR"/>
              <a:t>), G(</a:t>
            </a:r>
            <a:r>
              <a:rPr lang="ko-KR" altLang="en-US"/>
              <a:t>검정</a:t>
            </a:r>
            <a:r>
              <a:rPr lang="en-US" altLang="ko-KR"/>
              <a:t>)</a:t>
            </a: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ko-KR" altLang="en-US">
                <a:sym typeface="Wingdings" panose="05000000000000000000" pitchFamily="2" charset="2"/>
              </a:rPr>
              <a:t>모터 연결</a:t>
            </a:r>
            <a:endParaRPr lang="en-US" altLang="ko-KR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V(5v), G(0v), S(PWM </a:t>
            </a:r>
            <a:r>
              <a:rPr lang="ko-KR" altLang="en-US">
                <a:sym typeface="Wingdings" panose="05000000000000000000" pitchFamily="2" charset="2"/>
              </a:rPr>
              <a:t>신호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532C6-95BB-EEC6-05A0-10CEB9C20286}"/>
              </a:ext>
            </a:extLst>
          </p:cNvPr>
          <p:cNvSpPr txBox="1"/>
          <p:nvPr/>
        </p:nvSpPr>
        <p:spPr>
          <a:xfrm>
            <a:off x="4283968" y="3646898"/>
            <a:ext cx="4860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상단 </a:t>
            </a:r>
            <a:r>
              <a:rPr lang="en-US" altLang="ko-KR"/>
              <a:t>VCC(</a:t>
            </a:r>
            <a:r>
              <a:rPr lang="ko-KR" altLang="en-US"/>
              <a:t>적색</a:t>
            </a:r>
            <a:r>
              <a:rPr lang="en-US" altLang="ko-KR"/>
              <a:t>), SDA(</a:t>
            </a:r>
            <a:r>
              <a:rPr lang="ko-KR" altLang="en-US"/>
              <a:t>갈색</a:t>
            </a:r>
            <a:r>
              <a:rPr lang="en-US" altLang="ko-KR"/>
              <a:t>), SCL(</a:t>
            </a:r>
            <a:r>
              <a:rPr lang="ko-KR" altLang="en-US"/>
              <a:t>검정</a:t>
            </a:r>
            <a:r>
              <a:rPr lang="en-US" altLang="ko-KR"/>
              <a:t>), GND(</a:t>
            </a:r>
            <a:r>
              <a:rPr lang="ko-KR" altLang="en-US"/>
              <a:t>백색</a:t>
            </a:r>
            <a:r>
              <a:rPr lang="en-US" altLang="ko-KR"/>
              <a:t>)</a:t>
            </a: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ko-KR" altLang="en-US">
                <a:sym typeface="Wingdings" panose="05000000000000000000" pitchFamily="2" charset="2"/>
              </a:rPr>
              <a:t>라즈베리파이 연결</a:t>
            </a:r>
            <a:endParaRPr lang="en-US" altLang="ko-KR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VCC(5v), GND(0v)</a:t>
            </a: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SDA-SDA(</a:t>
            </a:r>
            <a:r>
              <a:rPr lang="ko-KR" altLang="en-US">
                <a:sym typeface="Wingdings" panose="05000000000000000000" pitchFamily="2" charset="2"/>
              </a:rPr>
              <a:t>데이터 선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SCL-SCL(</a:t>
            </a:r>
            <a:r>
              <a:rPr lang="ko-KR" altLang="en-US">
                <a:sym typeface="Wingdings" panose="05000000000000000000" pitchFamily="2" charset="2"/>
              </a:rPr>
              <a:t>클록 선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9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E9DE4-628A-C093-2CC0-A4945BD0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4036C0A3-B70B-794E-EA29-70221B04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모터 드라이버 보드와 라즈베리 파이 결선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804BC5-14D9-0AA2-EDB4-C4BA10EA7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209" y="2792263"/>
            <a:ext cx="7013591" cy="40497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16E835-4A89-03E7-44C8-CE872DFE5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052736"/>
            <a:ext cx="3275856" cy="2951070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04BB3D6C-3A6C-5CB9-199C-235659879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061465"/>
              </p:ext>
            </p:extLst>
          </p:nvPr>
        </p:nvGraphicFramePr>
        <p:xfrm>
          <a:off x="4342656" y="1412776"/>
          <a:ext cx="4344144" cy="156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072">
                  <a:extLst>
                    <a:ext uri="{9D8B030D-6E8A-4147-A177-3AD203B41FA5}">
                      <a16:colId xmlns:a16="http://schemas.microsoft.com/office/drawing/2014/main" val="1343577490"/>
                    </a:ext>
                  </a:extLst>
                </a:gridCol>
                <a:gridCol w="2172072">
                  <a:extLst>
                    <a:ext uri="{9D8B030D-6E8A-4147-A177-3AD203B41FA5}">
                      <a16:colId xmlns:a16="http://schemas.microsoft.com/office/drawing/2014/main" val="352599994"/>
                    </a:ext>
                  </a:extLst>
                </a:gridCol>
              </a:tblGrid>
              <a:tr h="312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ArduCam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라즈베리 파이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920919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VCC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5V (2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번 핀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352973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SDA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GPIO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2(SDA, 3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번핀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0960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SCL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GPIO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3(SCL, 5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번핀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257298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GND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Ground(6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번핀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25930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BAC5A7F-F962-809D-A83E-410B58A65917}"/>
              </a:ext>
            </a:extLst>
          </p:cNvPr>
          <p:cNvSpPr txBox="1"/>
          <p:nvPr/>
        </p:nvSpPr>
        <p:spPr>
          <a:xfrm>
            <a:off x="5902660" y="103184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결선 방법</a:t>
            </a:r>
          </a:p>
        </p:txBody>
      </p:sp>
    </p:spTree>
    <p:extLst>
      <p:ext uri="{BB962C8B-B14F-4D97-AF65-F5344CB8AC3E}">
        <p14:creationId xmlns:p14="http://schemas.microsoft.com/office/powerpoint/2010/main" val="94616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047B-1492-8600-79BF-2FB65530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4A275165-FD6F-D244-E225-67F72FCD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88640"/>
            <a:ext cx="8229600" cy="456456"/>
          </a:xfrm>
        </p:spPr>
        <p:txBody>
          <a:bodyPr/>
          <a:lstStyle/>
          <a:p>
            <a:pPr algn="ctr"/>
            <a:r>
              <a:rPr lang="en-US" altLang="ko-KR" sz="2500">
                <a:solidFill>
                  <a:srgbClr val="000066"/>
                </a:solidFill>
              </a:rPr>
              <a:t>	</a:t>
            </a:r>
            <a:r>
              <a:rPr lang="ko-KR" altLang="en-US" sz="2500">
                <a:solidFill>
                  <a:srgbClr val="000066"/>
                </a:solidFill>
              </a:rPr>
              <a:t>필요한 프로그램 설치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E220DAF-D5EA-5B15-FD9E-77A43C11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060848"/>
            <a:ext cx="7788734" cy="36724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4FB222-3803-3EF0-1DDC-FE6B93D85EB3}"/>
              </a:ext>
            </a:extLst>
          </p:cNvPr>
          <p:cNvSpPr txBox="1"/>
          <p:nvPr/>
        </p:nvSpPr>
        <p:spPr>
          <a:xfrm>
            <a:off x="971600" y="1340768"/>
            <a:ext cx="771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교수님을 따라하세요</a:t>
            </a:r>
            <a:r>
              <a:rPr lang="en-US" altLang="ko-KR"/>
              <a:t>.(</a:t>
            </a:r>
            <a:r>
              <a:rPr lang="ko-KR" altLang="en-US"/>
              <a:t>이전 시간에 생성했던 가상환경에 설치합니다</a:t>
            </a:r>
            <a:r>
              <a:rPr lang="en-US" altLang="ko-KR"/>
              <a:t>.)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1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FAE9-019D-313C-5651-E0291DBA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B8172FDC-A70E-B398-0440-4E3DE455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팬틸트 제어 코드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CEF9B-8E5B-C526-8CA0-239C272CBE0C}"/>
              </a:ext>
            </a:extLst>
          </p:cNvPr>
          <p:cNvSpPr txBox="1"/>
          <p:nvPr/>
        </p:nvSpPr>
        <p:spPr>
          <a:xfrm>
            <a:off x="1043608" y="1196752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hlinkClick r:id="rId2"/>
              </a:rPr>
              <a:t>https://github.com/ChoiKyoungtaek/AICAM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F5343-386A-727E-3B26-EC2EBEA07BAC}"/>
              </a:ext>
            </a:extLst>
          </p:cNvPr>
          <p:cNvSpPr txBox="1"/>
          <p:nvPr/>
        </p:nvSpPr>
        <p:spPr>
          <a:xfrm>
            <a:off x="1018952" y="1597890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ptz_test1.py</a:t>
            </a:r>
            <a:r>
              <a:rPr lang="ko-KR" altLang="en-US"/>
              <a:t> 파일을 다운받아서 라즈베리파이 작업폴더에 복사하세요</a:t>
            </a:r>
            <a:r>
              <a:rPr lang="en-US" altLang="ko-KR"/>
              <a:t>. (</a:t>
            </a:r>
            <a:r>
              <a:rPr lang="ko-KR" altLang="en-US"/>
              <a:t>교수님을 따라하세요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8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195F-FA79-E973-2EAB-C565F8F4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ED026DA5-4B12-E585-D498-11414EE6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코드 설명 </a:t>
            </a:r>
            <a:r>
              <a:rPr lang="en-US" altLang="ko-KR" sz="2500">
                <a:solidFill>
                  <a:srgbClr val="000066"/>
                </a:solidFill>
              </a:rPr>
              <a:t>1</a:t>
            </a:r>
            <a:endParaRPr lang="ko-KR" altLang="en-US" sz="2500">
              <a:solidFill>
                <a:srgbClr val="00006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3552C6-BB53-39A9-561A-604230AB8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68760"/>
            <a:ext cx="6230219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6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19034-7569-C78A-7E36-B4A06D62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D1FED8BD-C6D2-350B-6F3D-A300A086C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코드 설명 </a:t>
            </a:r>
            <a:r>
              <a:rPr lang="en-US" altLang="ko-KR" sz="2500">
                <a:solidFill>
                  <a:srgbClr val="000066"/>
                </a:solidFill>
              </a:rPr>
              <a:t>2</a:t>
            </a:r>
            <a:endParaRPr lang="ko-KR" altLang="en-US" sz="2500">
              <a:solidFill>
                <a:srgbClr val="00006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39993C-B7F1-83C9-9A67-6CF4E0112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196752"/>
            <a:ext cx="5744377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6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D484-D6DD-0520-142E-4BB6F842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2819476F-16E6-B4C3-2FB0-7DFE908B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코드 설명 </a:t>
            </a:r>
            <a:r>
              <a:rPr lang="en-US" altLang="ko-KR" sz="2500">
                <a:solidFill>
                  <a:srgbClr val="000066"/>
                </a:solidFill>
              </a:rPr>
              <a:t>3</a:t>
            </a:r>
            <a:endParaRPr lang="ko-KR" altLang="en-US" sz="2500">
              <a:solidFill>
                <a:srgbClr val="000066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1D84CD-DBEA-F40A-BD3F-1E951436B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62465"/>
            <a:ext cx="7237982" cy="53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8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F9C3-2A09-61CB-87E6-3FD97DA8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9C83937B-88D1-C289-558F-FCB29CF2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코드를 실행해 봅시다</a:t>
            </a:r>
            <a:r>
              <a:rPr lang="en-US" altLang="ko-KR" sz="2500">
                <a:solidFill>
                  <a:srgbClr val="000066"/>
                </a:solidFill>
              </a:rPr>
              <a:t>.</a:t>
            </a:r>
            <a:endParaRPr lang="ko-KR" altLang="en-US" sz="2500">
              <a:solidFill>
                <a:srgbClr val="00006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152B9-0344-BFC5-BB98-2E64B709B20B}"/>
              </a:ext>
            </a:extLst>
          </p:cNvPr>
          <p:cNvSpPr txBox="1"/>
          <p:nvPr/>
        </p:nvSpPr>
        <p:spPr>
          <a:xfrm>
            <a:off x="683568" y="1156342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교수님을 따라하세요</a:t>
            </a:r>
            <a:r>
              <a:rPr lang="en-US" altLang="ko-KR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70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6585-94A2-A258-AD25-036873FB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106481DD-B222-1A0F-AECF-0DE88418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88640"/>
            <a:ext cx="8229600" cy="456456"/>
          </a:xfrm>
        </p:spPr>
        <p:txBody>
          <a:bodyPr/>
          <a:lstStyle/>
          <a:p>
            <a:pPr algn="ctr"/>
            <a:r>
              <a:rPr lang="en-US" altLang="ko-KR" sz="2500">
                <a:solidFill>
                  <a:srgbClr val="000066"/>
                </a:solidFill>
              </a:rPr>
              <a:t>	QnA</a:t>
            </a:r>
            <a:endParaRPr lang="ko-KR" altLang="en-US" sz="250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26082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5013</TotalTime>
  <Words>376</Words>
  <Application>Microsoft Office PowerPoint</Application>
  <PresentationFormat>화면 슬라이드 쇼(4:3)</PresentationFormat>
  <Paragraphs>60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6" baseType="lpstr">
      <vt:lpstr>HY견고딕</vt:lpstr>
      <vt:lpstr>KoPub돋움체_Pro Bold</vt:lpstr>
      <vt:lpstr>KoPub돋움체_Pro Light</vt:lpstr>
      <vt:lpstr>굴림</vt:lpstr>
      <vt:lpstr>맑은 고딕</vt:lpstr>
      <vt:lpstr>Arial</vt:lpstr>
      <vt:lpstr>Calibri</vt:lpstr>
      <vt:lpstr>Verdana</vt:lpstr>
      <vt:lpstr>Wingdings</vt:lpstr>
      <vt:lpstr>기본 디자인</vt:lpstr>
      <vt:lpstr>1_Office Theme</vt:lpstr>
      <vt:lpstr>2_Office Theme</vt:lpstr>
      <vt:lpstr>PowerPoint 프레젠테이션</vt:lpstr>
      <vt:lpstr>PowerPoint 프레젠테이션</vt:lpstr>
      <vt:lpstr> 팬틸트 KIT</vt:lpstr>
      <vt:lpstr>조립 가이드</vt:lpstr>
      <vt:lpstr> 서보(Servo)모터</vt:lpstr>
      <vt:lpstr>모터 드라이버 보드 역할 및 핀 설명</vt:lpstr>
      <vt:lpstr>모터 드라이버 보드와 라즈베리 파이 결선</vt:lpstr>
      <vt:lpstr> 필요한 프로그램 설치</vt:lpstr>
      <vt:lpstr>팬틸트 제어 코드</vt:lpstr>
      <vt:lpstr>코드 설명 1</vt:lpstr>
      <vt:lpstr>코드 설명 2</vt:lpstr>
      <vt:lpstr>코드 설명 3</vt:lpstr>
      <vt:lpstr>코드를 실행해 봅시다.</vt:lpstr>
      <vt:lpstr> QnA</vt:lpstr>
    </vt:vector>
  </TitlesOfParts>
  <Company>CISD, Yonsei 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ERC Road Map</dc:title>
  <dc:creator>KANGsumgmook</dc:creator>
  <cp:lastModifiedBy>최경택</cp:lastModifiedBy>
  <cp:revision>370</cp:revision>
  <dcterms:created xsi:type="dcterms:W3CDTF">2007-07-24T10:27:02Z</dcterms:created>
  <dcterms:modified xsi:type="dcterms:W3CDTF">2026-08-05T04:49:06Z</dcterms:modified>
</cp:coreProperties>
</file>